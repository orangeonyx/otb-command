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2"/>
          </a:solidFill>
          <a:ln w="12700">
            <a:solidFill>
              <a:srgbClr val="F4EFE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44E12"/>
          </a:solidFill>
          <a:ln w="12700">
            <a:solidFill>
              <a:srgbClr val="A44E12"/>
            </a:solidFill>
            <a:prstDash val="solid"/>
          </a:ln>
        </p:spPr>
      </p:sp>
      <p:pic>
        <p:nvPicPr>
          <p:cNvPr id="4" name="Image 0" descr="/tmp/brandkit/logo-h-ligh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88620"/>
            <a:ext cx="3108960" cy="10881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240280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40" kern="0" dirty="0">
                <a:solidFill>
                  <a:srgbClr val="A4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BRAND KIT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2578608"/>
            <a:ext cx="10972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1E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Ink on paper.</a:t>
            </a:r>
            <a:endParaRPr lang="en-US" sz="4200" dirty="0"/>
          </a:p>
          <a:p>
            <a:pPr indent="0" marL="0">
              <a:buNone/>
            </a:pPr>
            <a:r>
              <a:rPr lang="en-US" sz="4200" dirty="0">
                <a:solidFill>
                  <a:srgbClr val="1E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Systems that hold.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640080" y="4572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identity, product system, stationery, and applications.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C5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the approved boards, tokens, and marks — unstretched.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6309360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 Command  ·  The AI Playbook, Illustrated Edition  ·  22 September 2026  ·  Rev 1.1.1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2"/>
          </a:solidFill>
          <a:ln w="12700">
            <a:solidFill>
              <a:srgbClr val="F4EF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5C5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 COMMAND   /   OFFICIAL BRAND KIT   /   V1.1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138160" y="182880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A4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/  ARCHITECTURE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420624"/>
            <a:ext cx="11183112" cy="9144"/>
          </a:xfrm>
          <a:prstGeom prst="rect">
            <a:avLst/>
          </a:prstGeom>
          <a:solidFill>
            <a:srgbClr val="C9BFA8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565392"/>
            <a:ext cx="11183112" cy="9144"/>
          </a:xfrm>
          <a:prstGeom prst="rect">
            <a:avLst/>
          </a:prstGeom>
          <a:solidFill>
            <a:srgbClr val="C9BFA8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620256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" kern="0" dirty="0">
                <a:solidFill>
                  <a:srgbClr val="5C5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INTELLIGENCE FOR REAL OPERATIONS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515600" y="6620256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54864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master. Named products. No rogue palettes.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02920" y="1097280"/>
            <a:ext cx="3675888" cy="2880360"/>
          </a:xfrm>
          <a:prstGeom prst="rect">
            <a:avLst/>
          </a:prstGeom>
          <a:solidFill>
            <a:srgbClr val="FAF6EC"/>
          </a:solidFill>
          <a:ln w="9525">
            <a:solidFill>
              <a:srgbClr val="C9BF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097280"/>
            <a:ext cx="91440" cy="2880360"/>
          </a:xfrm>
          <a:prstGeom prst="rect">
            <a:avLst/>
          </a:prstGeom>
          <a:solidFill>
            <a:srgbClr val="A44E12"/>
          </a:solidFill>
          <a:ln w="12700">
            <a:solidFill>
              <a:srgbClr val="A44E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126187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A4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157276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Cypress Command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77240" y="214884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identity. The operating brand for documents, products, interfaces, and decisions.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43400" y="1097280"/>
            <a:ext cx="3675888" cy="2880360"/>
          </a:xfrm>
          <a:prstGeom prst="rect">
            <a:avLst/>
          </a:prstGeom>
          <a:solidFill>
            <a:srgbClr val="FAF6EC"/>
          </a:solidFill>
          <a:ln w="9525">
            <a:solidFill>
              <a:srgbClr val="C9BFA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1097280"/>
            <a:ext cx="91440" cy="2880360"/>
          </a:xfrm>
          <a:prstGeom prst="rect">
            <a:avLst/>
          </a:prstGeom>
          <a:solidFill>
            <a:srgbClr val="49573C"/>
          </a:solidFill>
          <a:ln w="12700">
            <a:solidFill>
              <a:srgbClr val="4957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126187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495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17720" y="157276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Playbook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617720" y="214884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product. Illustrated Edition uses Groundwork inks. The mark is recolored into those inks. Cypress Green never appears.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83880" y="1097280"/>
            <a:ext cx="3675888" cy="2880360"/>
          </a:xfrm>
          <a:prstGeom prst="rect">
            <a:avLst/>
          </a:prstGeom>
          <a:solidFill>
            <a:srgbClr val="FAF6EC"/>
          </a:solidFill>
          <a:ln w="9525">
            <a:solidFill>
              <a:srgbClr val="C9BF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83880" y="1097280"/>
            <a:ext cx="91440" cy="2880360"/>
          </a:xfrm>
          <a:prstGeom prst="rect">
            <a:avLst/>
          </a:prstGeom>
          <a:solidFill>
            <a:srgbClr val="8F6D0C"/>
          </a:solidFill>
          <a:ln w="12700">
            <a:solidFill>
              <a:srgbClr val="8F6D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58200" y="126187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8F6D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58200" y="157276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 work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458200" y="214884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Boulevard and Belle Realty may appear as sourced case studies. They do not receive a Cypress palette.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2920" y="4160520"/>
            <a:ext cx="2194560" cy="960120"/>
          </a:xfrm>
          <a:prstGeom prst="rect">
            <a:avLst/>
          </a:prstGeom>
          <a:solidFill>
            <a:srgbClr val="EAE2CD"/>
          </a:solidFill>
          <a:ln w="12700">
            <a:solidFill>
              <a:srgbClr val="EAE2C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" y="4279392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30936" y="4645152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decoration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807208" y="4160520"/>
            <a:ext cx="2194560" cy="960120"/>
          </a:xfrm>
          <a:prstGeom prst="rect">
            <a:avLst/>
          </a:prstGeom>
          <a:solidFill>
            <a:srgbClr val="EAE2CD"/>
          </a:solidFill>
          <a:ln w="12700">
            <a:solidFill>
              <a:srgbClr val="EAE2C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35224" y="4279392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Meaning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2935224" y="4645152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color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111496" y="4160520"/>
            <a:ext cx="2194560" cy="960120"/>
          </a:xfrm>
          <a:prstGeom prst="rect">
            <a:avLst/>
          </a:prstGeom>
          <a:solidFill>
            <a:srgbClr val="EAE2CD"/>
          </a:solidFill>
          <a:ln w="12700">
            <a:solidFill>
              <a:srgbClr val="EAE2C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9512" y="4279392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239512" y="4645152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claims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415784" y="4160520"/>
            <a:ext cx="2194560" cy="960120"/>
          </a:xfrm>
          <a:prstGeom prst="rect">
            <a:avLst/>
          </a:prstGeom>
          <a:solidFill>
            <a:srgbClr val="EAE2CD"/>
          </a:solidFill>
          <a:ln w="12700">
            <a:solidFill>
              <a:srgbClr val="EAE2C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43800" y="4279392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Restraint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543800" y="4645152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novelty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720072" y="4160520"/>
            <a:ext cx="2194560" cy="960120"/>
          </a:xfrm>
          <a:prstGeom prst="rect">
            <a:avLst/>
          </a:prstGeom>
          <a:solidFill>
            <a:srgbClr val="EAE2CD"/>
          </a:solidFill>
          <a:ln w="12700">
            <a:solidFill>
              <a:srgbClr val="EAE2C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848088" y="4279392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Consistency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9848088" y="4645152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invention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2920" y="530352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owner: Adam Abdalla. Implementation values live in tokens/tokens.json. Do not hand-edit generated CSS.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2"/>
          </a:solidFill>
          <a:ln w="12700">
            <a:solidFill>
              <a:srgbClr val="F4EF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5C5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 COMMAND   /   OFFICIAL BRAND KIT   /   V1.1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138160" y="182880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A4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THE MARK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420624"/>
            <a:ext cx="11183112" cy="9144"/>
          </a:xfrm>
          <a:prstGeom prst="rect">
            <a:avLst/>
          </a:prstGeom>
          <a:solidFill>
            <a:srgbClr val="C9BFA8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565392"/>
            <a:ext cx="11183112" cy="9144"/>
          </a:xfrm>
          <a:prstGeom prst="rect">
            <a:avLst/>
          </a:prstGeom>
          <a:solidFill>
            <a:srgbClr val="C9BFA8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620256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" kern="0" dirty="0">
                <a:solidFill>
                  <a:srgbClr val="5C5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INTELLIGENCE FOR REAL OPERATIONS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515600" y="6620256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54864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the geometry. Terra leads.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02920" y="1024128"/>
            <a:ext cx="5486400" cy="2148840"/>
          </a:xfrm>
          <a:prstGeom prst="rect">
            <a:avLst/>
          </a:prstGeom>
          <a:solidFill>
            <a:srgbClr val="FAF6EC"/>
          </a:solidFill>
          <a:ln w="9525">
            <a:solidFill>
              <a:srgbClr val="C9BFA8"/>
            </a:solidFill>
            <a:prstDash val="solid"/>
          </a:ln>
        </p:spPr>
      </p:sp>
      <p:pic>
        <p:nvPicPr>
          <p:cNvPr id="11" name="Image 0" descr="/tmp/brandkit/logo-h-ligh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042" y="1170432"/>
            <a:ext cx="4441241" cy="15544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85800" y="285292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5C5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 ·  PAPER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72200" y="1024128"/>
            <a:ext cx="5513832" cy="2148840"/>
          </a:xfrm>
          <a:prstGeom prst="rect">
            <a:avLst/>
          </a:prstGeom>
          <a:solidFill>
            <a:srgbClr val="181813"/>
          </a:solidFill>
          <a:ln w="12700">
            <a:solidFill>
              <a:srgbClr val="181813"/>
            </a:solidFill>
            <a:prstDash val="solid"/>
          </a:ln>
        </p:spPr>
      </p:sp>
      <p:pic>
        <p:nvPicPr>
          <p:cNvPr id="14" name="Image 1" descr="/tmp/brandkit/logo-h-n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2357" y="1115568"/>
            <a:ext cx="4833518" cy="1691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355080" y="285292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B8B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 ·  NIGHT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02920" y="3310128"/>
            <a:ext cx="2697480" cy="3017520"/>
          </a:xfrm>
          <a:prstGeom prst="rect">
            <a:avLst/>
          </a:prstGeom>
          <a:solidFill>
            <a:srgbClr val="FAF6EC"/>
          </a:solidFill>
          <a:ln w="9525">
            <a:solidFill>
              <a:srgbClr val="C9BFA8"/>
            </a:solidFill>
            <a:prstDash val="solid"/>
          </a:ln>
        </p:spPr>
      </p:sp>
      <p:pic>
        <p:nvPicPr>
          <p:cNvPr id="17" name="Image 2" descr="/tmp/brandkit/mark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507638"/>
            <a:ext cx="2148840" cy="204642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94360" y="594360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 ·  PAPER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3337560" y="3310128"/>
            <a:ext cx="2697480" cy="3017520"/>
          </a:xfrm>
          <a:prstGeom prst="rect">
            <a:avLst/>
          </a:prstGeom>
          <a:solidFill>
            <a:srgbClr val="181813"/>
          </a:solidFill>
          <a:ln w="12700">
            <a:solidFill>
              <a:srgbClr val="181813"/>
            </a:solidFill>
            <a:prstDash val="solid"/>
          </a:ln>
        </p:spPr>
      </p:sp>
      <p:pic>
        <p:nvPicPr>
          <p:cNvPr id="20" name="Image 3" descr="/tmp/brandkit/mark-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3507638"/>
            <a:ext cx="2148840" cy="204642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429000" y="594360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B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 ·  NIGHT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6172200" y="3310128"/>
            <a:ext cx="5513832" cy="3017520"/>
          </a:xfrm>
          <a:prstGeom prst="rect">
            <a:avLst/>
          </a:prstGeom>
          <a:solidFill>
            <a:srgbClr val="EAE2CD"/>
          </a:solidFill>
          <a:ln w="12700">
            <a:solidFill>
              <a:srgbClr val="EAE2CD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6400800" y="347472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rules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6400800" y="3858768"/>
            <a:ext cx="5074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space: one core-width on every side.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Minimum: horizontal 260 CSS px / 65 mm. Standalone mark 24 px / 12.7 mm.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photography: sit the mark on a solid Paper or Ink field.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distort the C, drop the inner square, rebuild the wordmark from a font, or restore Cypress Green.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2"/>
          </a:solidFill>
          <a:ln w="12700">
            <a:solidFill>
              <a:srgbClr val="F4EF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5C5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 COMMAND   /   OFFICIAL BRAND KIT   /   V1.1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138160" y="182880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A4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COLOR  ·  DAY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420624"/>
            <a:ext cx="11183112" cy="9144"/>
          </a:xfrm>
          <a:prstGeom prst="rect">
            <a:avLst/>
          </a:prstGeom>
          <a:solidFill>
            <a:srgbClr val="C9BFA8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565392"/>
            <a:ext cx="11183112" cy="9144"/>
          </a:xfrm>
          <a:prstGeom prst="rect">
            <a:avLst/>
          </a:prstGeom>
          <a:solidFill>
            <a:srgbClr val="C9BFA8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620256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" kern="0" dirty="0">
                <a:solidFill>
                  <a:srgbClr val="5C5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INTELLIGENCE FOR REAL OPERATIONS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515600" y="6620256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54864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Color earns its place.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02920" y="1024128"/>
            <a:ext cx="1216152" cy="1417320"/>
          </a:xfrm>
          <a:prstGeom prst="rect">
            <a:avLst/>
          </a:prstGeom>
          <a:solidFill>
            <a:srgbClr val="F4EFE2"/>
          </a:solidFill>
          <a:ln w="7620">
            <a:solidFill>
              <a:srgbClr val="C9BF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1155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20848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1B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#F4EFE2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792224" y="1024128"/>
            <a:ext cx="1216152" cy="1417320"/>
          </a:xfrm>
          <a:prstGeom prst="rect">
            <a:avLst/>
          </a:prstGeom>
          <a:solidFill>
            <a:srgbClr val="EAE2CD"/>
          </a:solidFill>
          <a:ln w="7620">
            <a:solidFill>
              <a:srgbClr val="C9BF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56232" y="11155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DEEP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56232" y="20848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1B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#EAE2CD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081528" y="1024128"/>
            <a:ext cx="1216152" cy="1417320"/>
          </a:xfrm>
          <a:prstGeom prst="rect">
            <a:avLst/>
          </a:prstGeom>
          <a:solidFill>
            <a:srgbClr val="1E1B16"/>
          </a:solidFill>
          <a:ln w="7620">
            <a:solidFill>
              <a:srgbClr val="C9BF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45536" y="11155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145536" y="20848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E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#1E1B16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370832" y="1024128"/>
            <a:ext cx="1216152" cy="1417320"/>
          </a:xfrm>
          <a:prstGeom prst="rect">
            <a:avLst/>
          </a:prstGeom>
          <a:solidFill>
            <a:srgbClr val="5C554A"/>
          </a:solidFill>
          <a:ln w="7620">
            <a:solidFill>
              <a:srgbClr val="C9BF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34840" y="11155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 SOFT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434840" y="20848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E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#5C554A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660136" y="1024128"/>
            <a:ext cx="1216152" cy="1417320"/>
          </a:xfrm>
          <a:prstGeom prst="rect">
            <a:avLst/>
          </a:prstGeom>
          <a:solidFill>
            <a:srgbClr val="C9BFA8"/>
          </a:solidFill>
          <a:ln w="7620">
            <a:solidFill>
              <a:srgbClr val="C9BF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24144" y="11155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724144" y="20848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1B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#C9BFA8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949440" y="1024128"/>
            <a:ext cx="1216152" cy="1417320"/>
          </a:xfrm>
          <a:prstGeom prst="rect">
            <a:avLst/>
          </a:prstGeom>
          <a:solidFill>
            <a:srgbClr val="A44E12"/>
          </a:solidFill>
          <a:ln w="7620">
            <a:solidFill>
              <a:srgbClr val="C9BF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13448" y="11155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013448" y="20848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E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#A44E12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238744" y="1024128"/>
            <a:ext cx="1216152" cy="1417320"/>
          </a:xfrm>
          <a:prstGeom prst="rect">
            <a:avLst/>
          </a:prstGeom>
          <a:solidFill>
            <a:srgbClr val="49573C"/>
          </a:solidFill>
          <a:ln w="7620">
            <a:solidFill>
              <a:srgbClr val="C9BF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02752" y="11155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OLIVE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302752" y="20848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E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#49573C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528048" y="1024128"/>
            <a:ext cx="1216152" cy="1417320"/>
          </a:xfrm>
          <a:prstGeom prst="rect">
            <a:avLst/>
          </a:prstGeom>
          <a:solidFill>
            <a:srgbClr val="8F6D0C"/>
          </a:solidFill>
          <a:ln w="7620">
            <a:solidFill>
              <a:srgbClr val="C9BF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92056" y="11155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MUSTARD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592056" y="20848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E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#8F6D0C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0817352" y="1024128"/>
            <a:ext cx="1216152" cy="1417320"/>
          </a:xfrm>
          <a:prstGeom prst="rect">
            <a:avLst/>
          </a:prstGeom>
          <a:solidFill>
            <a:srgbClr val="8A2F1F"/>
          </a:solidFill>
          <a:ln w="7620">
            <a:solidFill>
              <a:srgbClr val="C9BFA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881360" y="11155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OXBLOOD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881360" y="20848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E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#8A2F1F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02920" y="2651760"/>
            <a:ext cx="11183112" cy="786384"/>
          </a:xfrm>
          <a:prstGeom prst="rect">
            <a:avLst/>
          </a:prstGeom>
          <a:solidFill>
            <a:srgbClr val="FAF6EC"/>
          </a:solidFill>
          <a:ln w="12700">
            <a:solidFill>
              <a:srgbClr val="FAF6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288950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4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2331720" y="2834640"/>
            <a:ext cx="9098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primary action per decision area. Links, active nav, editorial marker. Small text on Paper uses #95450F.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502920" y="3520440"/>
            <a:ext cx="11183112" cy="786384"/>
          </a:xfrm>
          <a:prstGeom prst="rect">
            <a:avLst/>
          </a:prstGeom>
          <a:solidFill>
            <a:srgbClr val="EAE2CD"/>
          </a:solidFill>
          <a:ln w="12700">
            <a:solidFill>
              <a:srgbClr val="EAE2C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" y="375818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4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OLIVE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2331720" y="3703320"/>
            <a:ext cx="9098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Verified, complete, grounded panels. Pair with a check or label in operational UI.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502920" y="4389120"/>
            <a:ext cx="11183112" cy="786384"/>
          </a:xfrm>
          <a:prstGeom prst="rect">
            <a:avLst/>
          </a:prstGeom>
          <a:solidFill>
            <a:srgbClr val="FAF6EC"/>
          </a:solidFill>
          <a:ln w="12700">
            <a:solidFill>
              <a:srgbClr val="FAF6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5800" y="462686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4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MUSTARD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2331720" y="4572000"/>
            <a:ext cx="9098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 and review. Small warning text on Paper uses #795B08.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502920" y="5257800"/>
            <a:ext cx="11183112" cy="786384"/>
          </a:xfrm>
          <a:prstGeom prst="rect">
            <a:avLst/>
          </a:prstGeom>
          <a:solidFill>
            <a:srgbClr val="EAE2CD"/>
          </a:solidFill>
          <a:ln w="12700">
            <a:solidFill>
              <a:srgbClr val="EAE2C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5800" y="549554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4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OXBLOOD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2331720" y="5440680"/>
            <a:ext cx="9098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Error, refusal, critical incident. Never used for emphasis or as a level.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3"/>
          </a:solidFill>
          <a:ln w="12700">
            <a:solidFill>
              <a:srgbClr val="1818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B8B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 COMMAND   /   OFFICIAL BRAND KIT   /   V1.1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138160" y="182880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D28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COLOR  ·  NIGHT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420624"/>
            <a:ext cx="11183112" cy="9144"/>
          </a:xfrm>
          <a:prstGeom prst="rect">
            <a:avLst/>
          </a:prstGeom>
          <a:solidFill>
            <a:srgbClr val="48463A"/>
          </a:solidFill>
          <a:ln w="12700">
            <a:solidFill>
              <a:srgbClr val="4846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565392"/>
            <a:ext cx="11183112" cy="9144"/>
          </a:xfrm>
          <a:prstGeom prst="rect">
            <a:avLst/>
          </a:prstGeom>
          <a:solidFill>
            <a:srgbClr val="48463A"/>
          </a:solidFill>
          <a:ln w="12700">
            <a:solidFill>
              <a:srgbClr val="4846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620256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" kern="0" dirty="0">
                <a:solidFill>
                  <a:srgbClr val="B8B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INTELLIGENCE FOR REAL OPERATIONS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515600" y="6620256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54864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4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Night is warm. Meaning stays fixed.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02920" y="1042416"/>
            <a:ext cx="1216152" cy="1325880"/>
          </a:xfrm>
          <a:prstGeom prst="rect">
            <a:avLst/>
          </a:prstGeom>
          <a:solidFill>
            <a:srgbClr val="181813"/>
          </a:solidFill>
          <a:ln w="7620">
            <a:solidFill>
              <a:srgbClr val="4846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13385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202996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#181813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792224" y="1042416"/>
            <a:ext cx="1216152" cy="1325880"/>
          </a:xfrm>
          <a:prstGeom prst="rect">
            <a:avLst/>
          </a:prstGeom>
          <a:solidFill>
            <a:srgbClr val="262218"/>
          </a:solidFill>
          <a:ln w="7620">
            <a:solidFill>
              <a:srgbClr val="4846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56232" y="113385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56232" y="202996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#262218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081528" y="1042416"/>
            <a:ext cx="1216152" cy="1325880"/>
          </a:xfrm>
          <a:prstGeom prst="rect">
            <a:avLst/>
          </a:prstGeom>
          <a:solidFill>
            <a:srgbClr val="F4EFE2"/>
          </a:solidFill>
          <a:ln w="7620">
            <a:solidFill>
              <a:srgbClr val="4846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45536" y="113385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145536" y="202996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#F4EFE2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70832" y="1042416"/>
            <a:ext cx="1216152" cy="1325880"/>
          </a:xfrm>
          <a:prstGeom prst="rect">
            <a:avLst/>
          </a:prstGeom>
          <a:solidFill>
            <a:srgbClr val="B8B4A2"/>
          </a:solidFill>
          <a:ln w="7620">
            <a:solidFill>
              <a:srgbClr val="4846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34840" y="113385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18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34840" y="202996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18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#B8B4A2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60136" y="1042416"/>
            <a:ext cx="1216152" cy="1325880"/>
          </a:xfrm>
          <a:prstGeom prst="rect">
            <a:avLst/>
          </a:prstGeom>
          <a:solidFill>
            <a:srgbClr val="48463A"/>
          </a:solidFill>
          <a:ln w="7620">
            <a:solidFill>
              <a:srgbClr val="4846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24144" y="113385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724144" y="202996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#48463A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949440" y="1042416"/>
            <a:ext cx="1216152" cy="1325880"/>
          </a:xfrm>
          <a:prstGeom prst="rect">
            <a:avLst/>
          </a:prstGeom>
          <a:solidFill>
            <a:srgbClr val="D2802F"/>
          </a:solidFill>
          <a:ln w="7620">
            <a:solidFill>
              <a:srgbClr val="4846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13448" y="113385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18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13448" y="202996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18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#D2802F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238744" y="1042416"/>
            <a:ext cx="1216152" cy="1325880"/>
          </a:xfrm>
          <a:prstGeom prst="rect">
            <a:avLst/>
          </a:prstGeom>
          <a:solidFill>
            <a:srgbClr val="9AA989"/>
          </a:solidFill>
          <a:ln w="7620">
            <a:solidFill>
              <a:srgbClr val="4846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02752" y="113385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18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OLIVE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302752" y="202996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18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#9AA989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528048" y="1042416"/>
            <a:ext cx="1216152" cy="1325880"/>
          </a:xfrm>
          <a:prstGeom prst="rect">
            <a:avLst/>
          </a:prstGeom>
          <a:solidFill>
            <a:srgbClr val="CFA032"/>
          </a:solidFill>
          <a:ln w="7620">
            <a:solidFill>
              <a:srgbClr val="4846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92056" y="113385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18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MUSTARD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592056" y="202996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18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#CFA032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0817352" y="1042416"/>
            <a:ext cx="1216152" cy="1325880"/>
          </a:xfrm>
          <a:prstGeom prst="rect">
            <a:avLst/>
          </a:prstGeom>
          <a:solidFill>
            <a:srgbClr val="C96455"/>
          </a:solidFill>
          <a:ln w="7620">
            <a:solidFill>
              <a:srgbClr val="4846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881360" y="113385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18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OXBLOOD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881360" y="202996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18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#C96455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2920" y="2606040"/>
            <a:ext cx="5623560" cy="1645920"/>
          </a:xfrm>
          <a:prstGeom prst="rect">
            <a:avLst/>
          </a:prstGeom>
          <a:solidFill>
            <a:srgbClr val="262218"/>
          </a:solidFill>
          <a:ln w="12700">
            <a:solidFill>
              <a:srgbClr val="26221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8952" y="30175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28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1554480" y="306324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becomes the text color. Night is the canvas — never a browser invert.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09360" y="2606040"/>
            <a:ext cx="5623560" cy="1645920"/>
          </a:xfrm>
          <a:prstGeom prst="rect">
            <a:avLst/>
          </a:prstGeom>
          <a:solidFill>
            <a:srgbClr val="262218"/>
          </a:solidFill>
          <a:ln w="12700">
            <a:solidFill>
              <a:srgbClr val="26221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65392" y="30175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28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7360920" y="306324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 lifts to #D2802F so actions stay visible without glare.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02920" y="4389120"/>
            <a:ext cx="5623560" cy="1645920"/>
          </a:xfrm>
          <a:prstGeom prst="rect">
            <a:avLst/>
          </a:prstGeom>
          <a:solidFill>
            <a:srgbClr val="262218"/>
          </a:solidFill>
          <a:ln w="12700">
            <a:solidFill>
              <a:srgbClr val="26221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8952" y="480060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28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1554480" y="484632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Oxblood fill stays #C96455. Small danger text on raised night uses #D87969.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09360" y="4389120"/>
            <a:ext cx="5623560" cy="1645920"/>
          </a:xfrm>
          <a:prstGeom prst="rect">
            <a:avLst/>
          </a:prstGeom>
          <a:solidFill>
            <a:srgbClr val="262218"/>
          </a:solidFill>
          <a:ln w="12700">
            <a:solidFill>
              <a:srgbClr val="26221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65392" y="480060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28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7360920" y="484632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is decorative only. Control borders use #827C68.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2"/>
          </a:solidFill>
          <a:ln w="12700">
            <a:solidFill>
              <a:srgbClr val="F4EF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5C5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 COMMAND   /   OFFICIAL BRAND KIT   /   V1.1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138160" y="182880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A4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TYPOGRAPHY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420624"/>
            <a:ext cx="11183112" cy="9144"/>
          </a:xfrm>
          <a:prstGeom prst="rect">
            <a:avLst/>
          </a:prstGeom>
          <a:solidFill>
            <a:srgbClr val="C9BFA8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565392"/>
            <a:ext cx="11183112" cy="9144"/>
          </a:xfrm>
          <a:prstGeom prst="rect">
            <a:avLst/>
          </a:prstGeom>
          <a:solidFill>
            <a:srgbClr val="C9BFA8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620256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" kern="0" dirty="0">
                <a:solidFill>
                  <a:srgbClr val="5C5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INTELLIGENCE FOR REAL OPERATIONS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515600" y="6620256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548640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families. One reading order.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02920" y="105156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40" kern="0" dirty="0">
                <a:solidFill>
                  <a:srgbClr val="A4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Besley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128016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Ten Interviews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02920" y="182880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and headings. Warm, editorial. Never for dense UI labels.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228600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40" kern="0" dirty="0">
                <a:solidFill>
                  <a:srgbClr val="A4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54203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  ·   LABELS   ·   BUTTONS   ·   METADATA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" y="285292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sans. Body 17 / 1.55 in long documents. Eyebrows tracked and uppercase.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3310128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40" kern="0" dirty="0">
                <a:solidFill>
                  <a:srgbClr val="A4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Courier Prime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356616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B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inbox/2026-09-21.md    USER.md    Fig. 02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387705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filenames, figure IDs. Never headlines.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366760" y="1051560"/>
            <a:ext cx="3319272" cy="5212080"/>
          </a:xfrm>
          <a:prstGeom prst="rect">
            <a:avLst/>
          </a:prstGeom>
          <a:solidFill>
            <a:srgbClr val="EAE2CD"/>
          </a:solidFill>
          <a:ln w="12700">
            <a:solidFill>
              <a:srgbClr val="EAE2C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49640" y="12344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549640" y="16916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4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46920" y="1691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Besley 48–64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549640" y="222199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4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46920" y="22219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Besley 32–40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549640" y="275234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4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646920" y="275234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Besley 24–28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549640" y="328269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4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46920" y="32826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18–20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549640" y="38130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4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646920" y="38130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16–17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549640" y="43434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4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646920" y="4343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11–12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549640" y="487375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4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646920" y="48737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Courier 12–14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549640" y="540410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4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646920" y="54041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00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2"/>
          </a:solidFill>
          <a:ln w="12700">
            <a:solidFill>
              <a:srgbClr val="F4EF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5C5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 COMMAND   /   OFFICIAL BRAND KIT   /   V1.1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138160" y="182880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A4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/  STATIONERY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420624"/>
            <a:ext cx="11183112" cy="9144"/>
          </a:xfrm>
          <a:prstGeom prst="rect">
            <a:avLst/>
          </a:prstGeom>
          <a:solidFill>
            <a:srgbClr val="C9BFA8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565392"/>
            <a:ext cx="11183112" cy="9144"/>
          </a:xfrm>
          <a:prstGeom prst="rect">
            <a:avLst/>
          </a:prstGeom>
          <a:solidFill>
            <a:srgbClr val="C9BFA8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620256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" kern="0" dirty="0">
                <a:solidFill>
                  <a:srgbClr val="5C5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INTELLIGENCE FOR REAL OPERATIONS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515600" y="6620256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Letterhead, cards, envelope — native proportion.</a:t>
            </a:r>
            <a:endParaRPr lang="en-US" sz="1800" dirty="0"/>
          </a:p>
        </p:txBody>
      </p:sp>
      <p:pic>
        <p:nvPicPr>
          <p:cNvPr id="10" name="Image 0" descr="/tmp/brandkit/fitted/stat-suit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841248"/>
            <a:ext cx="11183112" cy="55961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2"/>
          </a:solidFill>
          <a:ln w="12700">
            <a:solidFill>
              <a:srgbClr val="F4EF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5C5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 COMMAND   /   OFFICIAL BRAND KIT   /   V1.1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138160" y="182880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A4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/  OBJECTS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420624"/>
            <a:ext cx="11183112" cy="9144"/>
          </a:xfrm>
          <a:prstGeom prst="rect">
            <a:avLst/>
          </a:prstGeom>
          <a:solidFill>
            <a:srgbClr val="C9BFA8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565392"/>
            <a:ext cx="11183112" cy="9144"/>
          </a:xfrm>
          <a:prstGeom prst="rect">
            <a:avLst/>
          </a:prstGeom>
          <a:solidFill>
            <a:srgbClr val="C9BFA8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620256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" kern="0" dirty="0">
                <a:solidFill>
                  <a:srgbClr val="5C5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INTELLIGENCE FOR REAL OPERATIONS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515600" y="6620256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mark should feel stamped, not pasted.</a:t>
            </a:r>
            <a:endParaRPr lang="en-US" sz="1800" dirty="0"/>
          </a:p>
        </p:txBody>
      </p:sp>
      <p:pic>
        <p:nvPicPr>
          <p:cNvPr id="10" name="Image 0" descr="/tmp/brandkit/fitted/stat-card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841248"/>
            <a:ext cx="11183112" cy="55961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2"/>
          </a:solidFill>
          <a:ln w="12700">
            <a:solidFill>
              <a:srgbClr val="F4EF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5C5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 COMMAND   /   OFFICIAL BRAND KIT   /   V1.1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138160" y="182880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A4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/  DIGITAL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420624"/>
            <a:ext cx="11183112" cy="9144"/>
          </a:xfrm>
          <a:prstGeom prst="rect">
            <a:avLst/>
          </a:prstGeom>
          <a:solidFill>
            <a:srgbClr val="C9BFA8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565392"/>
            <a:ext cx="11183112" cy="9144"/>
          </a:xfrm>
          <a:prstGeom prst="rect">
            <a:avLst/>
          </a:prstGeom>
          <a:solidFill>
            <a:srgbClr val="C9BFA8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620256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" kern="0" dirty="0">
                <a:solidFill>
                  <a:srgbClr val="5C5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INTELLIGENCE FOR REAL OPERATIONS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515600" y="6620256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Website, signature, deck, dashboard.</a:t>
            </a:r>
            <a:endParaRPr lang="en-US" sz="1800" dirty="0"/>
          </a:p>
        </p:txBody>
      </p:sp>
      <p:pic>
        <p:nvPicPr>
          <p:cNvPr id="10" name="Image 0" descr="/tmp/brandkit/fitted/app-digital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841248"/>
            <a:ext cx="11183112" cy="55961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2"/>
          </a:solidFill>
          <a:ln w="12700">
            <a:solidFill>
              <a:srgbClr val="F4EF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5C5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 COMMAND   /   OFFICIAL BRAND KIT   /   V1.1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138160" y="182880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A4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/  MASTER  ·  LIGHT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420624"/>
            <a:ext cx="11183112" cy="9144"/>
          </a:xfrm>
          <a:prstGeom prst="rect">
            <a:avLst/>
          </a:prstGeom>
          <a:solidFill>
            <a:srgbClr val="C9BFA8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565392"/>
            <a:ext cx="11183112" cy="9144"/>
          </a:xfrm>
          <a:prstGeom prst="rect">
            <a:avLst/>
          </a:prstGeom>
          <a:solidFill>
            <a:srgbClr val="C9BFA8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620256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" kern="0" dirty="0">
                <a:solidFill>
                  <a:srgbClr val="5C5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INTELLIGENCE FOR REAL OPERATIONS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515600" y="6620256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Approved light operating board.</a:t>
            </a:r>
            <a:endParaRPr lang="en-US" sz="1800" dirty="0"/>
          </a:p>
        </p:txBody>
      </p:sp>
      <p:pic>
        <p:nvPicPr>
          <p:cNvPr id="10" name="Image 0" descr="/tmp/brandkit/fitted/master-light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841248"/>
            <a:ext cx="11183112" cy="55961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3"/>
          </a:solidFill>
          <a:ln w="12700">
            <a:solidFill>
              <a:srgbClr val="1818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B8B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 COMMAND   /   OFFICIAL BRAND KIT   /   V1.1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138160" y="182880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D28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/  MASTER  ·  DARK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420624"/>
            <a:ext cx="11183112" cy="9144"/>
          </a:xfrm>
          <a:prstGeom prst="rect">
            <a:avLst/>
          </a:prstGeom>
          <a:solidFill>
            <a:srgbClr val="48463A"/>
          </a:solidFill>
          <a:ln w="12700">
            <a:solidFill>
              <a:srgbClr val="4846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565392"/>
            <a:ext cx="11183112" cy="9144"/>
          </a:xfrm>
          <a:prstGeom prst="rect">
            <a:avLst/>
          </a:prstGeom>
          <a:solidFill>
            <a:srgbClr val="48463A"/>
          </a:solidFill>
          <a:ln w="12700">
            <a:solidFill>
              <a:srgbClr val="4846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620256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" kern="0" dirty="0">
                <a:solidFill>
                  <a:srgbClr val="B8B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INTELLIGENCE FOR REAL OPERATIONS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515600" y="6620256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Approved dark operating board.</a:t>
            </a:r>
            <a:endParaRPr lang="en-US" sz="1800" dirty="0"/>
          </a:p>
        </p:txBody>
      </p:sp>
      <p:pic>
        <p:nvPicPr>
          <p:cNvPr id="10" name="Image 0" descr="/tmp/brandkit/fitted/master-dark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841248"/>
            <a:ext cx="11183112" cy="55961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2"/>
          </a:solidFill>
          <a:ln w="12700">
            <a:solidFill>
              <a:srgbClr val="F4EF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5C5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 COMMAND   /   OFFICIAL BRAND KIT   /   V1.1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138160" y="182880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A4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/  APPLICATIONS  ·  LIGHT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420624"/>
            <a:ext cx="11183112" cy="9144"/>
          </a:xfrm>
          <a:prstGeom prst="rect">
            <a:avLst/>
          </a:prstGeom>
          <a:solidFill>
            <a:srgbClr val="C9BFA8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565392"/>
            <a:ext cx="11183112" cy="9144"/>
          </a:xfrm>
          <a:prstGeom prst="rect">
            <a:avLst/>
          </a:prstGeom>
          <a:solidFill>
            <a:srgbClr val="C9BFA8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620256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" kern="0" dirty="0">
                <a:solidFill>
                  <a:srgbClr val="5C5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INTELLIGENCE FOR REAL OPERATIONS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515600" y="6620256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Website, proposal, flow, dashboard, article, slide.</a:t>
            </a:r>
            <a:endParaRPr lang="en-US" sz="1800" dirty="0"/>
          </a:p>
        </p:txBody>
      </p:sp>
      <p:pic>
        <p:nvPicPr>
          <p:cNvPr id="10" name="Image 0" descr="/tmp/brandkit/fitted/apps-light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841248"/>
            <a:ext cx="11183112" cy="55961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3"/>
          </a:solidFill>
          <a:ln w="12700">
            <a:solidFill>
              <a:srgbClr val="1818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B8B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 COMMAND   /   OFFICIAL BRAND KIT   /   V1.1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138160" y="182880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D28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/  APPLICATIONS  ·  DARK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420624"/>
            <a:ext cx="11183112" cy="9144"/>
          </a:xfrm>
          <a:prstGeom prst="rect">
            <a:avLst/>
          </a:prstGeom>
          <a:solidFill>
            <a:srgbClr val="48463A"/>
          </a:solidFill>
          <a:ln w="12700">
            <a:solidFill>
              <a:srgbClr val="4846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565392"/>
            <a:ext cx="11183112" cy="9144"/>
          </a:xfrm>
          <a:prstGeom prst="rect">
            <a:avLst/>
          </a:prstGeom>
          <a:solidFill>
            <a:srgbClr val="48463A"/>
          </a:solidFill>
          <a:ln w="12700">
            <a:solidFill>
              <a:srgbClr val="4846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620256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" kern="0" dirty="0">
                <a:solidFill>
                  <a:srgbClr val="B8B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INTELLIGENCE FOR REAL OPERATIONS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515600" y="6620256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 system after the night translation.</a:t>
            </a:r>
            <a:endParaRPr lang="en-US" sz="1800" dirty="0"/>
          </a:p>
        </p:txBody>
      </p:sp>
      <p:pic>
        <p:nvPicPr>
          <p:cNvPr id="10" name="Image 0" descr="/tmp/brandkit/fitted/apps-dark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841248"/>
            <a:ext cx="11183112" cy="559612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2"/>
          </a:solidFill>
          <a:ln w="12700">
            <a:solidFill>
              <a:srgbClr val="F4EF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5C5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 COMMAND   /   OFFICIAL BRAND KIT   /   V1.1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138160" y="182880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A4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/  PLAYBOOK  ·  FOUNDATION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420624"/>
            <a:ext cx="11183112" cy="9144"/>
          </a:xfrm>
          <a:prstGeom prst="rect">
            <a:avLst/>
          </a:prstGeom>
          <a:solidFill>
            <a:srgbClr val="C9BFA8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565392"/>
            <a:ext cx="11183112" cy="9144"/>
          </a:xfrm>
          <a:prstGeom prst="rect">
            <a:avLst/>
          </a:prstGeom>
          <a:solidFill>
            <a:srgbClr val="C9BFA8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620256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" kern="0" dirty="0">
                <a:solidFill>
                  <a:srgbClr val="5C5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INTELLIGENCE FOR REAL OPERATIONS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515600" y="6620256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palette, level inks, night values, type.</a:t>
            </a:r>
            <a:endParaRPr lang="en-US" sz="1800" dirty="0"/>
          </a:p>
        </p:txBody>
      </p:sp>
      <p:pic>
        <p:nvPicPr>
          <p:cNvPr id="10" name="Image 0" descr="/tmp/brandkit/fitted/playbook-top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841248"/>
            <a:ext cx="11183112" cy="559612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2"/>
          </a:solidFill>
          <a:ln w="12700">
            <a:solidFill>
              <a:srgbClr val="F4EF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5C5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 COMMAND   /   OFFICIAL BRAND KIT   /   V1.1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138160" y="182880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A4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/  PLAYBOOK  ·  CHAPTERS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420624"/>
            <a:ext cx="11183112" cy="9144"/>
          </a:xfrm>
          <a:prstGeom prst="rect">
            <a:avLst/>
          </a:prstGeom>
          <a:solidFill>
            <a:srgbClr val="C9BFA8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565392"/>
            <a:ext cx="11183112" cy="9144"/>
          </a:xfrm>
          <a:prstGeom prst="rect">
            <a:avLst/>
          </a:prstGeom>
          <a:solidFill>
            <a:srgbClr val="C9BFA8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620256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" kern="0" dirty="0">
                <a:solidFill>
                  <a:srgbClr val="5C5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INTELLIGENCE FOR REAL OPERATIONS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515600" y="6620256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inks, plates, figure language.</a:t>
            </a:r>
            <a:endParaRPr lang="en-US" sz="1800" dirty="0"/>
          </a:p>
        </p:txBody>
      </p:sp>
      <p:pic>
        <p:nvPicPr>
          <p:cNvPr id="10" name="Image 0" descr="/tmp/brandkit/fitted/playbook-mid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841248"/>
            <a:ext cx="11183112" cy="559612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2"/>
          </a:solidFill>
          <a:ln w="12700">
            <a:solidFill>
              <a:srgbClr val="F4EF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5C5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 COMMAND   /   OFFICIAL BRAND KIT   /   V1.1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138160" y="182880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A4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/  PLAYBOOK  ·  PAGE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420624"/>
            <a:ext cx="11183112" cy="9144"/>
          </a:xfrm>
          <a:prstGeom prst="rect">
            <a:avLst/>
          </a:prstGeom>
          <a:solidFill>
            <a:srgbClr val="C9BFA8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565392"/>
            <a:ext cx="11183112" cy="9144"/>
          </a:xfrm>
          <a:prstGeom prst="rect">
            <a:avLst/>
          </a:prstGeom>
          <a:solidFill>
            <a:srgbClr val="C9BFA8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620256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" kern="0" dirty="0">
                <a:solidFill>
                  <a:srgbClr val="5C5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INTELLIGENCE FOR REAL OPERATIONS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515600" y="6620256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 structure, mark attribution, rules.</a:t>
            </a:r>
            <a:endParaRPr lang="en-US" sz="1800" dirty="0"/>
          </a:p>
        </p:txBody>
      </p:sp>
      <p:pic>
        <p:nvPicPr>
          <p:cNvPr id="10" name="Image 0" descr="/tmp/brandkit/fitted/playbook-bot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841248"/>
            <a:ext cx="11183112" cy="559612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2"/>
          </a:solidFill>
          <a:ln w="12700">
            <a:solidFill>
              <a:srgbClr val="F4EF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5C5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 COMMAND   /   OFFICIAL BRAND KIT   /   V1.1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138160" y="182880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A4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/  PLAYBOOK  ·  SYSTEM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420624"/>
            <a:ext cx="11183112" cy="9144"/>
          </a:xfrm>
          <a:prstGeom prst="rect">
            <a:avLst/>
          </a:prstGeom>
          <a:solidFill>
            <a:srgbClr val="C9BFA8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565392"/>
            <a:ext cx="11183112" cy="9144"/>
          </a:xfrm>
          <a:prstGeom prst="rect">
            <a:avLst/>
          </a:prstGeom>
          <a:solidFill>
            <a:srgbClr val="C9BFA8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620256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" kern="0" dirty="0">
                <a:solidFill>
                  <a:srgbClr val="5C5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INTELLIGENCE FOR REAL OPERATIONS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515600" y="6620256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51206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Illustrated Edition visual system.</a:t>
            </a:r>
            <a:endParaRPr lang="en-US" sz="1800" dirty="0"/>
          </a:p>
        </p:txBody>
      </p:sp>
      <p:pic>
        <p:nvPicPr>
          <p:cNvPr id="10" name="Image 0" descr="/tmp/brandkit/fitted/playbook-system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841248"/>
            <a:ext cx="11183112" cy="559612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2"/>
          </a:solidFill>
          <a:ln w="12700">
            <a:solidFill>
              <a:srgbClr val="F4EF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5C5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 COMMAND   /   OFFICIAL BRAND KIT   /   V1.1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138160" y="182880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A4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 /  DO  ·  DON’T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420624"/>
            <a:ext cx="11183112" cy="9144"/>
          </a:xfrm>
          <a:prstGeom prst="rect">
            <a:avLst/>
          </a:prstGeom>
          <a:solidFill>
            <a:srgbClr val="C9BFA8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565392"/>
            <a:ext cx="11183112" cy="9144"/>
          </a:xfrm>
          <a:prstGeom prst="rect">
            <a:avLst/>
          </a:prstGeom>
          <a:solidFill>
            <a:srgbClr val="C9BFA8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620256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" kern="0" dirty="0">
                <a:solidFill>
                  <a:srgbClr val="5C5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INTELLIGENCE FOR REAL OPERATIONS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515600" y="6620256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54864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the form coherent.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02920" y="1024128"/>
            <a:ext cx="5504688" cy="5303520"/>
          </a:xfrm>
          <a:prstGeom prst="rect">
            <a:avLst/>
          </a:prstGeom>
          <a:solidFill>
            <a:srgbClr val="E5E8DC"/>
          </a:solidFill>
          <a:ln w="12700">
            <a:solidFill>
              <a:srgbClr val="E5E8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188720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60" kern="0" dirty="0">
                <a:solidFill>
                  <a:srgbClr val="495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3232" y="160020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 Use official SVG masters: cc-v1-horizontal-light / dark and the standalone marks.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3232" y="246888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 Hold one dominant expression per artifact: Editorial, Technical, Archival, or Digital.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3232" y="333756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 Pair color with a label, icon, or numeral. Underline links in prose.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3232" y="420624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 Convert to CMYK only against the printer’s profile, then proof on stock.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3232" y="507492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  Edit tokens, rebuild, proof light and dark, then CHANGELOG.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72200" y="1024128"/>
            <a:ext cx="5513832" cy="5303520"/>
          </a:xfrm>
          <a:prstGeom prst="rect">
            <a:avLst/>
          </a:prstGeom>
          <a:solidFill>
            <a:srgbClr val="F0DFD8"/>
          </a:solidFill>
          <a:ln w="12700">
            <a:solidFill>
              <a:srgbClr val="F0DF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82512" y="1188720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60" kern="0" dirty="0">
                <a:solidFill>
                  <a:srgbClr val="8A2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82512" y="160020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 Do not restore Cypress Green on the mark or in Playbook pages.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82512" y="246888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 Do not stretch logos or boards to fill a frame. Letterbox instead.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82512" y="333756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 Do not use Paper as text on strong Mustard, or Rule as an input outline.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82512" y="420624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 Do not invent metrics, client quotes, or a migrated public website.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82512" y="507492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  Do not give On The Boulevard or Belle Realty a Cypress color system.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2"/>
          </a:solidFill>
          <a:ln w="12700">
            <a:solidFill>
              <a:srgbClr val="F4EF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5C5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 COMMAND   /   OFFICIAL BRAND KIT   /   V1.1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138160" y="182880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A4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 /  STEWARDSHIP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420624"/>
            <a:ext cx="11183112" cy="9144"/>
          </a:xfrm>
          <a:prstGeom prst="rect">
            <a:avLst/>
          </a:prstGeom>
          <a:solidFill>
            <a:srgbClr val="C9BFA8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565392"/>
            <a:ext cx="11183112" cy="9144"/>
          </a:xfrm>
          <a:prstGeom prst="rect">
            <a:avLst/>
          </a:prstGeom>
          <a:solidFill>
            <a:srgbClr val="C9BFA8"/>
          </a:solidFill>
          <a:ln w="12700">
            <a:solidFill>
              <a:srgbClr val="C9BF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620256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" kern="0" dirty="0">
                <a:solidFill>
                  <a:srgbClr val="5C5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INTELLIGENCE FOR REAL OPERATIONS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515600" y="6620256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54864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kit is used tomorrow morning.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02920" y="1024128"/>
            <a:ext cx="5504688" cy="5303520"/>
          </a:xfrm>
          <a:prstGeom prst="rect">
            <a:avLst/>
          </a:prstGeom>
          <a:solidFill>
            <a:srgbClr val="FAF6EC"/>
          </a:solidFill>
          <a:ln w="9525">
            <a:solidFill>
              <a:srgbClr val="C9BF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20700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Email signature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1645920"/>
            <a:ext cx="5029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Anthony Abdalla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Representative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————————————————————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 COMMAND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Lafayette, Louisiana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  337-288-5411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  adam@cypresscommand.com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  cypresscommand.com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502920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Mark: 32 px standalone Terra on Paper. No green. No slogan unless the product is The AI Playbook.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72200" y="1024128"/>
            <a:ext cx="5513832" cy="5303520"/>
          </a:xfrm>
          <a:prstGeom prst="rect">
            <a:avLst/>
          </a:prstGeom>
          <a:solidFill>
            <a:srgbClr val="EAE2CD"/>
          </a:solidFill>
          <a:ln w="12700">
            <a:solidFill>
              <a:srgbClr val="EAE2C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207008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of truth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1645920"/>
            <a:ext cx="50749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Cypress_Command_Design_System_v1/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tokens/tokens.json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assets/logos/cc-v1-*.svg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Cypress_Command_Design_System_v1.pdf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source → rebuild → proof both themes → CHANGELOG → version.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Cypress Command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Cypress Command — Official Brand Kit</dc:title>
  <dc:subject>Official brand kit</dc:subject>
  <dc:creator>Adam Anthony Abdalla</dc:creator>
  <cp:lastModifiedBy>Adam Anthony Abdalla</cp:lastModifiedBy>
  <cp:revision>1</cp:revision>
  <dcterms:created xsi:type="dcterms:W3CDTF">2026-09-22T05:22:11Z</dcterms:created>
  <dcterms:modified xsi:type="dcterms:W3CDTF">2026-09-22T05:22:11Z</dcterms:modified>
</cp:coreProperties>
</file>