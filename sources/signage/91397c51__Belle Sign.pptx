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70" r:id="rId3"/>
    <p:sldId id="267" r:id="rId4"/>
    <p:sldId id="268" r:id="rId5"/>
    <p:sldId id="269" r:id="rId6"/>
    <p:sldId id="272" r:id="rId7"/>
    <p:sldId id="271" r:id="rId8"/>
    <p:sldId id="273" r:id="rId9"/>
    <p:sldId id="277" r:id="rId10"/>
    <p:sldId id="278" r:id="rId11"/>
    <p:sldId id="2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AF9A"/>
    <a:srgbClr val="FEFFFE"/>
    <a:srgbClr val="A89A8B"/>
    <a:srgbClr val="BDAF9B"/>
    <a:srgbClr val="BDAF9A"/>
    <a:srgbClr val="BDB09A"/>
    <a:srgbClr val="918776"/>
    <a:srgbClr val="AEA48E"/>
    <a:srgbClr val="D5CBB1"/>
    <a:srgbClr val="CABC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55"/>
    <p:restoredTop sz="96327"/>
  </p:normalViewPr>
  <p:slideViewPr>
    <p:cSldViewPr snapToGrid="0" snapToObjects="1">
      <p:cViewPr>
        <p:scale>
          <a:sx n="130" d="100"/>
          <a:sy n="130" d="100"/>
        </p:scale>
        <p:origin x="55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D4222-3772-164F-847E-EEDC7FF5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8B7C0-17F9-1D4C-95BF-A9405A6DC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8F0C-DB8A-E34B-9EAC-AF1DBE86A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4C2B-B926-E541-8696-39ACCFF732E2}" type="datetimeFigureOut">
              <a:rPr lang="en-US" smtClean="0"/>
              <a:t>12/1/19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F49A6-5E88-F947-882E-53428F344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936C9-E459-C742-A194-5CBF99A7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74413-E83F-D74B-B189-93A901EE1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14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D9D4-C370-A542-BE99-03D0655D3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7B154-D7BA-AC45-B71E-7DDEF5E33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03C7E-E4C7-9E4E-9826-DDF0343F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4C2B-B926-E541-8696-39ACCFF732E2}" type="datetimeFigureOut">
              <a:rPr lang="en-US" smtClean="0"/>
              <a:t>12/1/19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EB10E-1274-E14C-88E4-CC1C79873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91825-E136-0C41-8AFF-637DA16C4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74413-E83F-D74B-B189-93A901EE1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543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6156-EB15-DC49-ABDC-BEBD29613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1DD2D-EA98-F848-B03D-36F8A1930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BE93B-7710-E941-9E1A-B71973C9F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4C2B-B926-E541-8696-39ACCFF732E2}" type="datetimeFigureOut">
              <a:rPr lang="en-US" smtClean="0"/>
              <a:t>12/1/19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1618C-46B2-5C40-9E1B-A008C5115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A0D2F-DACA-D849-8289-7BCF626B1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74413-E83F-D74B-B189-93A901EE1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98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3F6E-2CA9-DD4F-81EF-FE2EED481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7E488-910E-6546-91A8-06D965C63A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BB1F76-53DF-FE47-850B-1827B8ADC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42285-B195-DA43-BDBC-10F9B3F5C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4C2B-B926-E541-8696-39ACCFF732E2}" type="datetimeFigureOut">
              <a:rPr lang="en-US" smtClean="0"/>
              <a:t>12/1/19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0CEE-5824-3444-BA90-B22E66488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E9A6A-843C-7241-97F6-D23375A19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74413-E83F-D74B-B189-93A901EE1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11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16CC-7B79-8949-9902-A5708999B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67415-58D5-D44D-8B0A-9DE81110E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FBB5DF-7956-A948-9711-A33AEAF88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8FCCCA-7DDB-C646-94E1-46F1F4FE0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C68207-F3C9-4549-BF9F-94D481A50B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7248A9-06F2-6B46-821A-46DDA4C93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4C2B-B926-E541-8696-39ACCFF732E2}" type="datetimeFigureOut">
              <a:rPr lang="en-US" smtClean="0"/>
              <a:t>12/1/19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3AC958-9F6A-294E-B646-08F73BF1E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367994-DFF8-284D-95D9-A4809F5C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74413-E83F-D74B-B189-93A901EE1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161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4F6A7-E7CF-F24D-8D6D-D86CC71A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35025-4BC0-9845-AB6B-FB3FC61F4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4C2B-B926-E541-8696-39ACCFF732E2}" type="datetimeFigureOut">
              <a:rPr lang="en-US" smtClean="0"/>
              <a:t>12/1/19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FB86F-1867-E742-AD15-C47242878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BA4449-C6D4-FA47-A2C0-085E98FCD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74413-E83F-D74B-B189-93A901EE1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02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B4659-671B-D144-BE6C-35256CEEF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4C2B-B926-E541-8696-39ACCFF732E2}" type="datetimeFigureOut">
              <a:rPr lang="en-US" smtClean="0"/>
              <a:t>12/1/19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BC095B-E978-F64F-B293-50ADDA01D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17039-A9C8-884C-A579-E1698F5D6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74413-E83F-D74B-B189-93A901EE1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99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E440D-E49F-E141-8FE9-BD83B3279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43C2F-DDCF-4B43-8F8B-69A8764AF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F2A01-929C-C141-87AC-09C757235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50913-38AD-B445-8E78-A26290381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4C2B-B926-E541-8696-39ACCFF732E2}" type="datetimeFigureOut">
              <a:rPr lang="en-US" smtClean="0"/>
              <a:t>12/1/19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0F7BA-5F32-3E46-B858-89A09B30E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3F31A-3665-8741-BAA5-F9505FD78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74413-E83F-D74B-B189-93A901EE1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50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4F5CD-0BEF-BF4D-B238-17C2D346B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F3533-1F9D-3E48-AE28-8E4EAE749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41645-E4B6-944B-BD77-9B30E285A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FDB39-4E67-D248-8983-C2A692216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4C2B-B926-E541-8696-39ACCFF732E2}" type="datetimeFigureOut">
              <a:rPr lang="en-US" smtClean="0"/>
              <a:t>12/1/19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4D7BB-3A0B-8F4D-B6F5-8A10A472B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133E2-7211-D744-BDA9-96FD67017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74413-E83F-D74B-B189-93A901EE1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65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AD49B-C5CB-DE49-A7A0-D63428EC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747405-A54A-774A-9AC2-DA6C71D02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21C71-722E-444E-B7A1-E6BDB7852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4C2B-B926-E541-8696-39ACCFF732E2}" type="datetimeFigureOut">
              <a:rPr lang="en-US" smtClean="0"/>
              <a:t>12/1/19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6522A-677D-1748-845C-ABBCF8A5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11448-EF67-6144-AD6E-5CF273F64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74413-E83F-D74B-B189-93A901EE1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39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6132D1-99D9-6543-B8AA-375355CED8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08D2AA-E260-5045-AC1E-FFD9DCE03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1FA08-4EB3-734D-8D5E-04391A981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4C2B-B926-E541-8696-39ACCFF732E2}" type="datetimeFigureOut">
              <a:rPr lang="en-US" smtClean="0"/>
              <a:t>12/1/19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A2333-D696-8945-B380-3DE9FD2B2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2BF7-5C5C-0540-AD54-D09453BB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74413-E83F-D74B-B189-93A901EE1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101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F846C-0FE4-6744-86D3-BBD3BAF88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57492-59AB-514A-8BA8-409BADF17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37709-C776-6941-A868-100F67CBF6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04C2B-B926-E541-8696-39ACCFF732E2}" type="datetimeFigureOut">
              <a:rPr lang="en-US" smtClean="0"/>
              <a:t>12/1/19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0829E-753F-704B-A3F2-4D12C6AED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56074-B401-9248-8A83-C5E54C886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74413-E83F-D74B-B189-93A901EE1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75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7B5BDF0-E5FD-7643-B70A-454874B6FEAB}"/>
              </a:ext>
            </a:extLst>
          </p:cNvPr>
          <p:cNvSpPr txBox="1"/>
          <p:nvPr/>
        </p:nvSpPr>
        <p:spPr>
          <a:xfrm>
            <a:off x="255181" y="265813"/>
            <a:ext cx="11764924" cy="6422065"/>
          </a:xfrm>
          <a:prstGeom prst="rect">
            <a:avLst/>
          </a:prstGeom>
          <a:solidFill>
            <a:srgbClr val="B8AB9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172E6C-73DA-E64B-AC9B-EAA1DF9A2FE5}"/>
              </a:ext>
            </a:extLst>
          </p:cNvPr>
          <p:cNvSpPr txBox="1"/>
          <p:nvPr/>
        </p:nvSpPr>
        <p:spPr>
          <a:xfrm>
            <a:off x="159488" y="170122"/>
            <a:ext cx="11873023" cy="2421922"/>
          </a:xfrm>
          <a:custGeom>
            <a:avLst/>
            <a:gdLst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873023 w 11873023"/>
              <a:gd name="connsiteY2" fmla="*/ 2400657 h 2400657"/>
              <a:gd name="connsiteX3" fmla="*/ 0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873023 w 11873023"/>
              <a:gd name="connsiteY2" fmla="*/ 2400657 h 2400657"/>
              <a:gd name="connsiteX3" fmla="*/ 627321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288232 w 11873023"/>
              <a:gd name="connsiteY2" fmla="*/ 2326229 h 2400657"/>
              <a:gd name="connsiteX3" fmla="*/ 627321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21922"/>
              <a:gd name="connsiteX1" fmla="*/ 11873023 w 11873023"/>
              <a:gd name="connsiteY1" fmla="*/ 0 h 2421922"/>
              <a:gd name="connsiteX2" fmla="*/ 11266966 w 11873023"/>
              <a:gd name="connsiteY2" fmla="*/ 2421922 h 2421922"/>
              <a:gd name="connsiteX3" fmla="*/ 627321 w 11873023"/>
              <a:gd name="connsiteY3" fmla="*/ 2400657 h 2421922"/>
              <a:gd name="connsiteX4" fmla="*/ 0 w 11873023"/>
              <a:gd name="connsiteY4" fmla="*/ 0 h 2421922"/>
              <a:gd name="connsiteX0" fmla="*/ 0 w 11873023"/>
              <a:gd name="connsiteY0" fmla="*/ 0 h 2421922"/>
              <a:gd name="connsiteX1" fmla="*/ 510363 w 11873023"/>
              <a:gd name="connsiteY1" fmla="*/ 10631 h 2421922"/>
              <a:gd name="connsiteX2" fmla="*/ 11873023 w 11873023"/>
              <a:gd name="connsiteY2" fmla="*/ 0 h 2421922"/>
              <a:gd name="connsiteX3" fmla="*/ 11266966 w 11873023"/>
              <a:gd name="connsiteY3" fmla="*/ 2421922 h 2421922"/>
              <a:gd name="connsiteX4" fmla="*/ 627321 w 11873023"/>
              <a:gd name="connsiteY4" fmla="*/ 2400657 h 2421922"/>
              <a:gd name="connsiteX5" fmla="*/ 0 w 11873023"/>
              <a:gd name="connsiteY5" fmla="*/ 0 h 242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73023" h="2421922">
                <a:moveTo>
                  <a:pt x="0" y="0"/>
                </a:moveTo>
                <a:lnTo>
                  <a:pt x="510363" y="10631"/>
                </a:lnTo>
                <a:lnTo>
                  <a:pt x="11873023" y="0"/>
                </a:lnTo>
                <a:lnTo>
                  <a:pt x="11266966" y="2421922"/>
                </a:lnTo>
                <a:lnTo>
                  <a:pt x="627321" y="2400657"/>
                </a:lnTo>
                <a:lnTo>
                  <a:pt x="0" y="0"/>
                </a:lnTo>
                <a:close/>
              </a:path>
            </a:pathLst>
          </a:custGeom>
          <a:solidFill>
            <a:srgbClr val="D3C5A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500" b="1" dirty="0">
                <a:ln w="3175">
                  <a:noFill/>
                </a:ln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SPACE FOR LEASE</a:t>
            </a:r>
          </a:p>
          <a:p>
            <a:pPr algn="ctr"/>
            <a:r>
              <a:rPr lang="en-US" sz="7500" b="1" dirty="0">
                <a:ln w="3175">
                  <a:noFill/>
                </a:ln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337-769-1554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3E0C2F-2C0A-7145-ACDA-AF891D4B17B0}"/>
              </a:ext>
            </a:extLst>
          </p:cNvPr>
          <p:cNvSpPr txBox="1"/>
          <p:nvPr/>
        </p:nvSpPr>
        <p:spPr>
          <a:xfrm>
            <a:off x="-1" y="2739197"/>
            <a:ext cx="121919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3175">
                  <a:noFill/>
                </a:ln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On The Blvd Shopping Center</a:t>
            </a:r>
          </a:p>
          <a:p>
            <a:pPr algn="ctr"/>
            <a:r>
              <a:rPr lang="en-US" sz="3000" b="1" dirty="0">
                <a:ln w="3175">
                  <a:noFill/>
                </a:ln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Located on the Corner of Johnston St. &amp; Arnould Blvd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D2899-4FE6-1347-90A5-64DA1F9B257C}"/>
              </a:ext>
            </a:extLst>
          </p:cNvPr>
          <p:cNvSpPr txBox="1"/>
          <p:nvPr/>
        </p:nvSpPr>
        <p:spPr>
          <a:xfrm>
            <a:off x="159487" y="5595271"/>
            <a:ext cx="1190846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>
                <a:ln w="3175">
                  <a:noFill/>
                </a:ln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Adam Abdalla &amp; Ed “Brother” Abdalla</a:t>
            </a:r>
          </a:p>
          <a:p>
            <a:pPr algn="ctr"/>
            <a:r>
              <a:rPr lang="en-US" sz="3000" b="1" dirty="0">
                <a:ln w="3175">
                  <a:noFill/>
                </a:ln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Brokers &amp; Agents Welcomed &amp; Protected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4399F6C-717B-414A-AB82-AD5D03559963}"/>
              </a:ext>
            </a:extLst>
          </p:cNvPr>
          <p:cNvCxnSpPr>
            <a:cxnSpLocks/>
          </p:cNvCxnSpPr>
          <p:nvPr/>
        </p:nvCxnSpPr>
        <p:spPr>
          <a:xfrm>
            <a:off x="159487" y="138223"/>
            <a:ext cx="616690" cy="2488019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F74604-5C0B-5546-AAB9-C4A0B4DE6C8D}"/>
              </a:ext>
            </a:extLst>
          </p:cNvPr>
          <p:cNvCxnSpPr>
            <a:cxnSpLocks/>
          </p:cNvCxnSpPr>
          <p:nvPr/>
        </p:nvCxnSpPr>
        <p:spPr>
          <a:xfrm flipH="1">
            <a:off x="11406961" y="155487"/>
            <a:ext cx="613144" cy="2488019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6A32B4-A6B5-E544-9A07-1B61B4036061}"/>
              </a:ext>
            </a:extLst>
          </p:cNvPr>
          <p:cNvCxnSpPr>
            <a:cxnSpLocks/>
          </p:cNvCxnSpPr>
          <p:nvPr/>
        </p:nvCxnSpPr>
        <p:spPr>
          <a:xfrm>
            <a:off x="666749" y="2535840"/>
            <a:ext cx="10858944" cy="29047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8641F83-9B06-874A-B517-935E4398C548}"/>
              </a:ext>
            </a:extLst>
          </p:cNvPr>
          <p:cNvSpPr/>
          <p:nvPr/>
        </p:nvSpPr>
        <p:spPr>
          <a:xfrm>
            <a:off x="0" y="3788473"/>
            <a:ext cx="12192000" cy="209288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3000" b="1" cap="none" spc="0" dirty="0">
                <a:ln w="3175">
                  <a:noFill/>
                  <a:prstDash val="solid"/>
                </a:ln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Belle Realty</a:t>
            </a:r>
            <a:endParaRPr lang="en-US" sz="13000" b="1" cap="none" spc="0" dirty="0">
              <a:ln w="3175">
                <a:noFill/>
                <a:prstDash val="solid"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345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7B5BDF0-E5FD-7643-B70A-454874B6FEAB}"/>
              </a:ext>
            </a:extLst>
          </p:cNvPr>
          <p:cNvSpPr txBox="1"/>
          <p:nvPr/>
        </p:nvSpPr>
        <p:spPr>
          <a:xfrm>
            <a:off x="255181" y="265813"/>
            <a:ext cx="11764924" cy="6422065"/>
          </a:xfrm>
          <a:prstGeom prst="rect">
            <a:avLst/>
          </a:prstGeom>
          <a:solidFill>
            <a:srgbClr val="B8AB9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172E6C-73DA-E64B-AC9B-EAA1DF9A2FE5}"/>
              </a:ext>
            </a:extLst>
          </p:cNvPr>
          <p:cNvSpPr txBox="1"/>
          <p:nvPr/>
        </p:nvSpPr>
        <p:spPr>
          <a:xfrm>
            <a:off x="159488" y="170122"/>
            <a:ext cx="11873023" cy="2421922"/>
          </a:xfrm>
          <a:custGeom>
            <a:avLst/>
            <a:gdLst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873023 w 11873023"/>
              <a:gd name="connsiteY2" fmla="*/ 2400657 h 2400657"/>
              <a:gd name="connsiteX3" fmla="*/ 0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873023 w 11873023"/>
              <a:gd name="connsiteY2" fmla="*/ 2400657 h 2400657"/>
              <a:gd name="connsiteX3" fmla="*/ 627321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288232 w 11873023"/>
              <a:gd name="connsiteY2" fmla="*/ 2326229 h 2400657"/>
              <a:gd name="connsiteX3" fmla="*/ 627321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21922"/>
              <a:gd name="connsiteX1" fmla="*/ 11873023 w 11873023"/>
              <a:gd name="connsiteY1" fmla="*/ 0 h 2421922"/>
              <a:gd name="connsiteX2" fmla="*/ 11266966 w 11873023"/>
              <a:gd name="connsiteY2" fmla="*/ 2421922 h 2421922"/>
              <a:gd name="connsiteX3" fmla="*/ 627321 w 11873023"/>
              <a:gd name="connsiteY3" fmla="*/ 2400657 h 2421922"/>
              <a:gd name="connsiteX4" fmla="*/ 0 w 11873023"/>
              <a:gd name="connsiteY4" fmla="*/ 0 h 2421922"/>
              <a:gd name="connsiteX0" fmla="*/ 0 w 11873023"/>
              <a:gd name="connsiteY0" fmla="*/ 0 h 2421922"/>
              <a:gd name="connsiteX1" fmla="*/ 510363 w 11873023"/>
              <a:gd name="connsiteY1" fmla="*/ 10631 h 2421922"/>
              <a:gd name="connsiteX2" fmla="*/ 11873023 w 11873023"/>
              <a:gd name="connsiteY2" fmla="*/ 0 h 2421922"/>
              <a:gd name="connsiteX3" fmla="*/ 11266966 w 11873023"/>
              <a:gd name="connsiteY3" fmla="*/ 2421922 h 2421922"/>
              <a:gd name="connsiteX4" fmla="*/ 627321 w 11873023"/>
              <a:gd name="connsiteY4" fmla="*/ 2400657 h 2421922"/>
              <a:gd name="connsiteX5" fmla="*/ 0 w 11873023"/>
              <a:gd name="connsiteY5" fmla="*/ 0 h 242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73023" h="2421922">
                <a:moveTo>
                  <a:pt x="0" y="0"/>
                </a:moveTo>
                <a:lnTo>
                  <a:pt x="510363" y="10631"/>
                </a:lnTo>
                <a:lnTo>
                  <a:pt x="11873023" y="0"/>
                </a:lnTo>
                <a:lnTo>
                  <a:pt x="11266966" y="2421922"/>
                </a:lnTo>
                <a:lnTo>
                  <a:pt x="627321" y="2400657"/>
                </a:lnTo>
                <a:lnTo>
                  <a:pt x="0" y="0"/>
                </a:lnTo>
                <a:close/>
              </a:path>
            </a:pathLst>
          </a:custGeom>
          <a:solidFill>
            <a:srgbClr val="D3C5A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5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SPACE FOR LEASE</a:t>
            </a:r>
          </a:p>
          <a:p>
            <a:pPr algn="ctr"/>
            <a:r>
              <a:rPr lang="en-US" sz="75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337-769-1554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3E0C2F-2C0A-7145-ACDA-AF891D4B17B0}"/>
              </a:ext>
            </a:extLst>
          </p:cNvPr>
          <p:cNvSpPr txBox="1"/>
          <p:nvPr/>
        </p:nvSpPr>
        <p:spPr>
          <a:xfrm>
            <a:off x="-1" y="2739197"/>
            <a:ext cx="121919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On The Blvd Shopping Center</a:t>
            </a:r>
          </a:p>
          <a:p>
            <a:pPr algn="ctr"/>
            <a:r>
              <a:rPr lang="en-US" sz="3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Located on the Corner of Johnston St. &amp; Arnould Blvd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D2899-4FE6-1347-90A5-64DA1F9B257C}"/>
              </a:ext>
            </a:extLst>
          </p:cNvPr>
          <p:cNvSpPr txBox="1"/>
          <p:nvPr/>
        </p:nvSpPr>
        <p:spPr>
          <a:xfrm>
            <a:off x="159487" y="5595271"/>
            <a:ext cx="1190846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Adam Abdalla &amp; Ed “Brother” Abdalla</a:t>
            </a:r>
          </a:p>
          <a:p>
            <a:pPr algn="ctr"/>
            <a:r>
              <a:rPr lang="en-US" sz="3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Brokers &amp; Agents Welcomed &amp; Protected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4399F6C-717B-414A-AB82-AD5D03559963}"/>
              </a:ext>
            </a:extLst>
          </p:cNvPr>
          <p:cNvCxnSpPr>
            <a:cxnSpLocks/>
          </p:cNvCxnSpPr>
          <p:nvPr/>
        </p:nvCxnSpPr>
        <p:spPr>
          <a:xfrm>
            <a:off x="159487" y="138223"/>
            <a:ext cx="616690" cy="2488019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F74604-5C0B-5546-AAB9-C4A0B4DE6C8D}"/>
              </a:ext>
            </a:extLst>
          </p:cNvPr>
          <p:cNvCxnSpPr>
            <a:cxnSpLocks/>
          </p:cNvCxnSpPr>
          <p:nvPr/>
        </p:nvCxnSpPr>
        <p:spPr>
          <a:xfrm flipH="1">
            <a:off x="11406961" y="155487"/>
            <a:ext cx="613144" cy="2488019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6A32B4-A6B5-E544-9A07-1B61B4036061}"/>
              </a:ext>
            </a:extLst>
          </p:cNvPr>
          <p:cNvCxnSpPr>
            <a:cxnSpLocks/>
          </p:cNvCxnSpPr>
          <p:nvPr/>
        </p:nvCxnSpPr>
        <p:spPr>
          <a:xfrm>
            <a:off x="666749" y="2535840"/>
            <a:ext cx="10858944" cy="29047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8641F83-9B06-874A-B517-935E4398C548}"/>
              </a:ext>
            </a:extLst>
          </p:cNvPr>
          <p:cNvSpPr/>
          <p:nvPr/>
        </p:nvSpPr>
        <p:spPr>
          <a:xfrm>
            <a:off x="0" y="3788473"/>
            <a:ext cx="12192000" cy="209288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3000" b="1" cap="none" spc="0" dirty="0">
                <a:ln w="3175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Belle Realty</a:t>
            </a:r>
            <a:endParaRPr lang="en-US" sz="13000" b="1" cap="none" spc="0" dirty="0">
              <a:ln w="3175">
                <a:noFill/>
                <a:prstDash val="solid"/>
              </a:ln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59143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7B5BDF0-E5FD-7643-B70A-454874B6FEAB}"/>
              </a:ext>
            </a:extLst>
          </p:cNvPr>
          <p:cNvSpPr txBox="1"/>
          <p:nvPr/>
        </p:nvSpPr>
        <p:spPr>
          <a:xfrm>
            <a:off x="255181" y="265813"/>
            <a:ext cx="11764924" cy="6422065"/>
          </a:xfrm>
          <a:prstGeom prst="rect">
            <a:avLst/>
          </a:prstGeom>
          <a:solidFill>
            <a:srgbClr val="B8AB9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172E6C-73DA-E64B-AC9B-EAA1DF9A2FE5}"/>
              </a:ext>
            </a:extLst>
          </p:cNvPr>
          <p:cNvSpPr txBox="1"/>
          <p:nvPr/>
        </p:nvSpPr>
        <p:spPr>
          <a:xfrm>
            <a:off x="159488" y="170122"/>
            <a:ext cx="11873023" cy="2421922"/>
          </a:xfrm>
          <a:custGeom>
            <a:avLst/>
            <a:gdLst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873023 w 11873023"/>
              <a:gd name="connsiteY2" fmla="*/ 2400657 h 2400657"/>
              <a:gd name="connsiteX3" fmla="*/ 0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873023 w 11873023"/>
              <a:gd name="connsiteY2" fmla="*/ 2400657 h 2400657"/>
              <a:gd name="connsiteX3" fmla="*/ 627321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288232 w 11873023"/>
              <a:gd name="connsiteY2" fmla="*/ 2326229 h 2400657"/>
              <a:gd name="connsiteX3" fmla="*/ 627321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21922"/>
              <a:gd name="connsiteX1" fmla="*/ 11873023 w 11873023"/>
              <a:gd name="connsiteY1" fmla="*/ 0 h 2421922"/>
              <a:gd name="connsiteX2" fmla="*/ 11266966 w 11873023"/>
              <a:gd name="connsiteY2" fmla="*/ 2421922 h 2421922"/>
              <a:gd name="connsiteX3" fmla="*/ 627321 w 11873023"/>
              <a:gd name="connsiteY3" fmla="*/ 2400657 h 2421922"/>
              <a:gd name="connsiteX4" fmla="*/ 0 w 11873023"/>
              <a:gd name="connsiteY4" fmla="*/ 0 h 2421922"/>
              <a:gd name="connsiteX0" fmla="*/ 0 w 11873023"/>
              <a:gd name="connsiteY0" fmla="*/ 0 h 2421922"/>
              <a:gd name="connsiteX1" fmla="*/ 510363 w 11873023"/>
              <a:gd name="connsiteY1" fmla="*/ 10631 h 2421922"/>
              <a:gd name="connsiteX2" fmla="*/ 11873023 w 11873023"/>
              <a:gd name="connsiteY2" fmla="*/ 0 h 2421922"/>
              <a:gd name="connsiteX3" fmla="*/ 11266966 w 11873023"/>
              <a:gd name="connsiteY3" fmla="*/ 2421922 h 2421922"/>
              <a:gd name="connsiteX4" fmla="*/ 627321 w 11873023"/>
              <a:gd name="connsiteY4" fmla="*/ 2400657 h 2421922"/>
              <a:gd name="connsiteX5" fmla="*/ 0 w 11873023"/>
              <a:gd name="connsiteY5" fmla="*/ 0 h 242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73023" h="2421922">
                <a:moveTo>
                  <a:pt x="0" y="0"/>
                </a:moveTo>
                <a:lnTo>
                  <a:pt x="510363" y="10631"/>
                </a:lnTo>
                <a:lnTo>
                  <a:pt x="11873023" y="0"/>
                </a:lnTo>
                <a:lnTo>
                  <a:pt x="11266966" y="2421922"/>
                </a:lnTo>
                <a:lnTo>
                  <a:pt x="627321" y="2400657"/>
                </a:lnTo>
                <a:lnTo>
                  <a:pt x="0" y="0"/>
                </a:lnTo>
                <a:close/>
              </a:path>
            </a:pathLst>
          </a:custGeom>
          <a:solidFill>
            <a:srgbClr val="D5CBB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5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SPACE FOR LEASE</a:t>
            </a:r>
          </a:p>
          <a:p>
            <a:pPr algn="ctr"/>
            <a:r>
              <a:rPr lang="en-US" sz="75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337-769-1554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3E0C2F-2C0A-7145-ACDA-AF891D4B17B0}"/>
              </a:ext>
            </a:extLst>
          </p:cNvPr>
          <p:cNvSpPr txBox="1"/>
          <p:nvPr/>
        </p:nvSpPr>
        <p:spPr>
          <a:xfrm>
            <a:off x="-1" y="2739197"/>
            <a:ext cx="121919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On The Blvd Shopping Center</a:t>
            </a:r>
          </a:p>
          <a:p>
            <a:pPr algn="ctr"/>
            <a:r>
              <a:rPr lang="en-US" sz="3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Located on the Corner of Johnston St. &amp; Arnould Blvd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D2899-4FE6-1347-90A5-64DA1F9B257C}"/>
              </a:ext>
            </a:extLst>
          </p:cNvPr>
          <p:cNvSpPr txBox="1"/>
          <p:nvPr/>
        </p:nvSpPr>
        <p:spPr>
          <a:xfrm>
            <a:off x="159487" y="5595271"/>
            <a:ext cx="1190846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Adam Abdalla &amp; Ed “Brother” Abdalla</a:t>
            </a:r>
          </a:p>
          <a:p>
            <a:pPr algn="ctr"/>
            <a:r>
              <a:rPr lang="en-US" sz="3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Brokers &amp; Agents Welcomed &amp; Protected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4399F6C-717B-414A-AB82-AD5D03559963}"/>
              </a:ext>
            </a:extLst>
          </p:cNvPr>
          <p:cNvCxnSpPr>
            <a:cxnSpLocks/>
          </p:cNvCxnSpPr>
          <p:nvPr/>
        </p:nvCxnSpPr>
        <p:spPr>
          <a:xfrm>
            <a:off x="159487" y="138223"/>
            <a:ext cx="616690" cy="2488019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F74604-5C0B-5546-AAB9-C4A0B4DE6C8D}"/>
              </a:ext>
            </a:extLst>
          </p:cNvPr>
          <p:cNvCxnSpPr>
            <a:cxnSpLocks/>
          </p:cNvCxnSpPr>
          <p:nvPr/>
        </p:nvCxnSpPr>
        <p:spPr>
          <a:xfrm flipH="1">
            <a:off x="11406961" y="155487"/>
            <a:ext cx="613144" cy="2488019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6A32B4-A6B5-E544-9A07-1B61B4036061}"/>
              </a:ext>
            </a:extLst>
          </p:cNvPr>
          <p:cNvCxnSpPr>
            <a:cxnSpLocks/>
          </p:cNvCxnSpPr>
          <p:nvPr/>
        </p:nvCxnSpPr>
        <p:spPr>
          <a:xfrm>
            <a:off x="666749" y="2535840"/>
            <a:ext cx="10858944" cy="29047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8641F83-9B06-874A-B517-935E4398C548}"/>
              </a:ext>
            </a:extLst>
          </p:cNvPr>
          <p:cNvSpPr/>
          <p:nvPr/>
        </p:nvSpPr>
        <p:spPr>
          <a:xfrm>
            <a:off x="0" y="3788473"/>
            <a:ext cx="12192000" cy="209288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3000" b="1" cap="none" spc="0" dirty="0">
                <a:ln w="3175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Belle Realty</a:t>
            </a:r>
            <a:endParaRPr lang="en-US" sz="13000" b="1" cap="none" spc="0" dirty="0">
              <a:ln w="3175">
                <a:noFill/>
                <a:prstDash val="solid"/>
              </a:ln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91547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7B5BDF0-E5FD-7643-B70A-454874B6FEAB}"/>
              </a:ext>
            </a:extLst>
          </p:cNvPr>
          <p:cNvSpPr txBox="1"/>
          <p:nvPr/>
        </p:nvSpPr>
        <p:spPr>
          <a:xfrm>
            <a:off x="255181" y="265813"/>
            <a:ext cx="11764924" cy="6422065"/>
          </a:xfrm>
          <a:prstGeom prst="rect">
            <a:avLst/>
          </a:prstGeom>
          <a:solidFill>
            <a:srgbClr val="BDB09A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172E6C-73DA-E64B-AC9B-EAA1DF9A2FE5}"/>
              </a:ext>
            </a:extLst>
          </p:cNvPr>
          <p:cNvSpPr txBox="1"/>
          <p:nvPr/>
        </p:nvSpPr>
        <p:spPr>
          <a:xfrm>
            <a:off x="159488" y="170122"/>
            <a:ext cx="11873023" cy="2421922"/>
          </a:xfrm>
          <a:custGeom>
            <a:avLst/>
            <a:gdLst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873023 w 11873023"/>
              <a:gd name="connsiteY2" fmla="*/ 2400657 h 2400657"/>
              <a:gd name="connsiteX3" fmla="*/ 0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873023 w 11873023"/>
              <a:gd name="connsiteY2" fmla="*/ 2400657 h 2400657"/>
              <a:gd name="connsiteX3" fmla="*/ 627321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288232 w 11873023"/>
              <a:gd name="connsiteY2" fmla="*/ 2326229 h 2400657"/>
              <a:gd name="connsiteX3" fmla="*/ 627321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21922"/>
              <a:gd name="connsiteX1" fmla="*/ 11873023 w 11873023"/>
              <a:gd name="connsiteY1" fmla="*/ 0 h 2421922"/>
              <a:gd name="connsiteX2" fmla="*/ 11266966 w 11873023"/>
              <a:gd name="connsiteY2" fmla="*/ 2421922 h 2421922"/>
              <a:gd name="connsiteX3" fmla="*/ 627321 w 11873023"/>
              <a:gd name="connsiteY3" fmla="*/ 2400657 h 2421922"/>
              <a:gd name="connsiteX4" fmla="*/ 0 w 11873023"/>
              <a:gd name="connsiteY4" fmla="*/ 0 h 2421922"/>
              <a:gd name="connsiteX0" fmla="*/ 0 w 11873023"/>
              <a:gd name="connsiteY0" fmla="*/ 0 h 2421922"/>
              <a:gd name="connsiteX1" fmla="*/ 510363 w 11873023"/>
              <a:gd name="connsiteY1" fmla="*/ 10631 h 2421922"/>
              <a:gd name="connsiteX2" fmla="*/ 11873023 w 11873023"/>
              <a:gd name="connsiteY2" fmla="*/ 0 h 2421922"/>
              <a:gd name="connsiteX3" fmla="*/ 11266966 w 11873023"/>
              <a:gd name="connsiteY3" fmla="*/ 2421922 h 2421922"/>
              <a:gd name="connsiteX4" fmla="*/ 627321 w 11873023"/>
              <a:gd name="connsiteY4" fmla="*/ 2400657 h 2421922"/>
              <a:gd name="connsiteX5" fmla="*/ 0 w 11873023"/>
              <a:gd name="connsiteY5" fmla="*/ 0 h 242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73023" h="2421922">
                <a:moveTo>
                  <a:pt x="0" y="0"/>
                </a:moveTo>
                <a:lnTo>
                  <a:pt x="510363" y="10631"/>
                </a:lnTo>
                <a:lnTo>
                  <a:pt x="11873023" y="0"/>
                </a:lnTo>
                <a:lnTo>
                  <a:pt x="11266966" y="2421922"/>
                </a:lnTo>
                <a:lnTo>
                  <a:pt x="627321" y="2400657"/>
                </a:lnTo>
                <a:lnTo>
                  <a:pt x="0" y="0"/>
                </a:lnTo>
                <a:close/>
              </a:path>
            </a:pathLst>
          </a:custGeom>
          <a:solidFill>
            <a:srgbClr val="D3C5A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5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SPACE FOR LEASE</a:t>
            </a:r>
          </a:p>
          <a:p>
            <a:pPr algn="ctr"/>
            <a:r>
              <a:rPr lang="en-US" sz="75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337-769-1554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3E0C2F-2C0A-7145-ACDA-AF891D4B17B0}"/>
              </a:ext>
            </a:extLst>
          </p:cNvPr>
          <p:cNvSpPr txBox="1"/>
          <p:nvPr/>
        </p:nvSpPr>
        <p:spPr>
          <a:xfrm>
            <a:off x="-1" y="2739197"/>
            <a:ext cx="121919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On The Blvd Shopping Center</a:t>
            </a:r>
          </a:p>
          <a:p>
            <a:pPr algn="ctr"/>
            <a:r>
              <a:rPr lang="en-US" sz="3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Located on the Corner of Johnston St. &amp; Arnould Blvd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D2899-4FE6-1347-90A5-64DA1F9B257C}"/>
              </a:ext>
            </a:extLst>
          </p:cNvPr>
          <p:cNvSpPr txBox="1"/>
          <p:nvPr/>
        </p:nvSpPr>
        <p:spPr>
          <a:xfrm>
            <a:off x="159487" y="5595271"/>
            <a:ext cx="1190846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Adam Abdalla &amp; Ed “Brother” Abdalla</a:t>
            </a:r>
          </a:p>
          <a:p>
            <a:pPr algn="ctr"/>
            <a:r>
              <a:rPr lang="en-US" sz="3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Brokers &amp; Agents Welcomed &amp; Protected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4399F6C-717B-414A-AB82-AD5D03559963}"/>
              </a:ext>
            </a:extLst>
          </p:cNvPr>
          <p:cNvCxnSpPr>
            <a:cxnSpLocks/>
          </p:cNvCxnSpPr>
          <p:nvPr/>
        </p:nvCxnSpPr>
        <p:spPr>
          <a:xfrm>
            <a:off x="159487" y="138223"/>
            <a:ext cx="616690" cy="2488019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F74604-5C0B-5546-AAB9-C4A0B4DE6C8D}"/>
              </a:ext>
            </a:extLst>
          </p:cNvPr>
          <p:cNvCxnSpPr>
            <a:cxnSpLocks/>
          </p:cNvCxnSpPr>
          <p:nvPr/>
        </p:nvCxnSpPr>
        <p:spPr>
          <a:xfrm flipH="1">
            <a:off x="11406961" y="155487"/>
            <a:ext cx="613144" cy="2488019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6A32B4-A6B5-E544-9A07-1B61B4036061}"/>
              </a:ext>
            </a:extLst>
          </p:cNvPr>
          <p:cNvCxnSpPr>
            <a:cxnSpLocks/>
          </p:cNvCxnSpPr>
          <p:nvPr/>
        </p:nvCxnSpPr>
        <p:spPr>
          <a:xfrm>
            <a:off x="666749" y="2535840"/>
            <a:ext cx="10858944" cy="29047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8641F83-9B06-874A-B517-935E4398C548}"/>
              </a:ext>
            </a:extLst>
          </p:cNvPr>
          <p:cNvSpPr/>
          <p:nvPr/>
        </p:nvSpPr>
        <p:spPr>
          <a:xfrm>
            <a:off x="0" y="3788473"/>
            <a:ext cx="12192000" cy="209288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3000" b="1" cap="none" spc="0" dirty="0">
                <a:ln w="3175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Belle Realty</a:t>
            </a:r>
            <a:endParaRPr lang="en-US" sz="13000" b="1" cap="none" spc="0" dirty="0">
              <a:ln w="3175">
                <a:noFill/>
                <a:prstDash val="solid"/>
              </a:ln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2509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7B5BDF0-E5FD-7643-B70A-454874B6FEAB}"/>
              </a:ext>
            </a:extLst>
          </p:cNvPr>
          <p:cNvSpPr txBox="1"/>
          <p:nvPr/>
        </p:nvSpPr>
        <p:spPr>
          <a:xfrm>
            <a:off x="255181" y="265813"/>
            <a:ext cx="11764924" cy="6422065"/>
          </a:xfrm>
          <a:prstGeom prst="rect">
            <a:avLst/>
          </a:prstGeom>
          <a:solidFill>
            <a:srgbClr val="BDB09A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172E6C-73DA-E64B-AC9B-EAA1DF9A2FE5}"/>
              </a:ext>
            </a:extLst>
          </p:cNvPr>
          <p:cNvSpPr txBox="1"/>
          <p:nvPr/>
        </p:nvSpPr>
        <p:spPr>
          <a:xfrm>
            <a:off x="159488" y="170122"/>
            <a:ext cx="11873023" cy="2421922"/>
          </a:xfrm>
          <a:custGeom>
            <a:avLst/>
            <a:gdLst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873023 w 11873023"/>
              <a:gd name="connsiteY2" fmla="*/ 2400657 h 2400657"/>
              <a:gd name="connsiteX3" fmla="*/ 0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873023 w 11873023"/>
              <a:gd name="connsiteY2" fmla="*/ 2400657 h 2400657"/>
              <a:gd name="connsiteX3" fmla="*/ 627321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288232 w 11873023"/>
              <a:gd name="connsiteY2" fmla="*/ 2326229 h 2400657"/>
              <a:gd name="connsiteX3" fmla="*/ 627321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21922"/>
              <a:gd name="connsiteX1" fmla="*/ 11873023 w 11873023"/>
              <a:gd name="connsiteY1" fmla="*/ 0 h 2421922"/>
              <a:gd name="connsiteX2" fmla="*/ 11266966 w 11873023"/>
              <a:gd name="connsiteY2" fmla="*/ 2421922 h 2421922"/>
              <a:gd name="connsiteX3" fmla="*/ 627321 w 11873023"/>
              <a:gd name="connsiteY3" fmla="*/ 2400657 h 2421922"/>
              <a:gd name="connsiteX4" fmla="*/ 0 w 11873023"/>
              <a:gd name="connsiteY4" fmla="*/ 0 h 2421922"/>
              <a:gd name="connsiteX0" fmla="*/ 0 w 11873023"/>
              <a:gd name="connsiteY0" fmla="*/ 0 h 2421922"/>
              <a:gd name="connsiteX1" fmla="*/ 510363 w 11873023"/>
              <a:gd name="connsiteY1" fmla="*/ 10631 h 2421922"/>
              <a:gd name="connsiteX2" fmla="*/ 11873023 w 11873023"/>
              <a:gd name="connsiteY2" fmla="*/ 0 h 2421922"/>
              <a:gd name="connsiteX3" fmla="*/ 11266966 w 11873023"/>
              <a:gd name="connsiteY3" fmla="*/ 2421922 h 2421922"/>
              <a:gd name="connsiteX4" fmla="*/ 627321 w 11873023"/>
              <a:gd name="connsiteY4" fmla="*/ 2400657 h 2421922"/>
              <a:gd name="connsiteX5" fmla="*/ 0 w 11873023"/>
              <a:gd name="connsiteY5" fmla="*/ 0 h 242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73023" h="2421922">
                <a:moveTo>
                  <a:pt x="0" y="0"/>
                </a:moveTo>
                <a:lnTo>
                  <a:pt x="510363" y="10631"/>
                </a:lnTo>
                <a:lnTo>
                  <a:pt x="11873023" y="0"/>
                </a:lnTo>
                <a:lnTo>
                  <a:pt x="11266966" y="2421922"/>
                </a:lnTo>
                <a:lnTo>
                  <a:pt x="627321" y="2400657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500" b="1" dirty="0">
                <a:ln w="3175">
                  <a:solidFill>
                    <a:srgbClr val="918776"/>
                  </a:solidFill>
                </a:ln>
                <a:solidFill>
                  <a:srgbClr val="BDB09A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SPACE FOR LEASE</a:t>
            </a:r>
          </a:p>
          <a:p>
            <a:pPr algn="ctr"/>
            <a:r>
              <a:rPr lang="en-US" sz="7500" b="1" dirty="0">
                <a:ln w="3175">
                  <a:solidFill>
                    <a:srgbClr val="918776"/>
                  </a:solidFill>
                </a:ln>
                <a:solidFill>
                  <a:srgbClr val="BDB09A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337-769-1554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3E0C2F-2C0A-7145-ACDA-AF891D4B17B0}"/>
              </a:ext>
            </a:extLst>
          </p:cNvPr>
          <p:cNvSpPr txBox="1"/>
          <p:nvPr/>
        </p:nvSpPr>
        <p:spPr>
          <a:xfrm>
            <a:off x="-1" y="2739197"/>
            <a:ext cx="121919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On The Blvd Shopping Center</a:t>
            </a:r>
          </a:p>
          <a:p>
            <a:pPr algn="ctr"/>
            <a:r>
              <a:rPr lang="en-US" sz="3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Located on the Corner of Johnston St. &amp; Arnould Blvd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D2899-4FE6-1347-90A5-64DA1F9B257C}"/>
              </a:ext>
            </a:extLst>
          </p:cNvPr>
          <p:cNvSpPr txBox="1"/>
          <p:nvPr/>
        </p:nvSpPr>
        <p:spPr>
          <a:xfrm>
            <a:off x="159487" y="5595271"/>
            <a:ext cx="1190846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Adam Abdalla &amp; Ed “Brother” Abdalla</a:t>
            </a:r>
          </a:p>
          <a:p>
            <a:pPr algn="ctr"/>
            <a:r>
              <a:rPr lang="en-US" sz="3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Brokers &amp; Agents Welcomed &amp; Protected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4399F6C-717B-414A-AB82-AD5D03559963}"/>
              </a:ext>
            </a:extLst>
          </p:cNvPr>
          <p:cNvCxnSpPr>
            <a:cxnSpLocks/>
          </p:cNvCxnSpPr>
          <p:nvPr/>
        </p:nvCxnSpPr>
        <p:spPr>
          <a:xfrm>
            <a:off x="159487" y="138223"/>
            <a:ext cx="616690" cy="2488019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F74604-5C0B-5546-AAB9-C4A0B4DE6C8D}"/>
              </a:ext>
            </a:extLst>
          </p:cNvPr>
          <p:cNvCxnSpPr>
            <a:cxnSpLocks/>
          </p:cNvCxnSpPr>
          <p:nvPr/>
        </p:nvCxnSpPr>
        <p:spPr>
          <a:xfrm flipH="1">
            <a:off x="11406961" y="155487"/>
            <a:ext cx="613144" cy="2488019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6A32B4-A6B5-E544-9A07-1B61B4036061}"/>
              </a:ext>
            </a:extLst>
          </p:cNvPr>
          <p:cNvCxnSpPr>
            <a:cxnSpLocks/>
          </p:cNvCxnSpPr>
          <p:nvPr/>
        </p:nvCxnSpPr>
        <p:spPr>
          <a:xfrm>
            <a:off x="666749" y="2535840"/>
            <a:ext cx="10858944" cy="29047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8641F83-9B06-874A-B517-935E4398C548}"/>
              </a:ext>
            </a:extLst>
          </p:cNvPr>
          <p:cNvSpPr/>
          <p:nvPr/>
        </p:nvSpPr>
        <p:spPr>
          <a:xfrm>
            <a:off x="0" y="3788473"/>
            <a:ext cx="12192000" cy="209288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3000" b="1" cap="none" spc="0" dirty="0">
                <a:ln w="3175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Belle Realty</a:t>
            </a:r>
            <a:endParaRPr lang="en-US" sz="13000" b="1" cap="none" spc="0" dirty="0">
              <a:ln w="3175">
                <a:noFill/>
                <a:prstDash val="solid"/>
              </a:ln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9469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7B5BDF0-E5FD-7643-B70A-454874B6FEAB}"/>
              </a:ext>
            </a:extLst>
          </p:cNvPr>
          <p:cNvSpPr txBox="1"/>
          <p:nvPr/>
        </p:nvSpPr>
        <p:spPr>
          <a:xfrm>
            <a:off x="255181" y="265813"/>
            <a:ext cx="11764924" cy="6422065"/>
          </a:xfrm>
          <a:prstGeom prst="rect">
            <a:avLst/>
          </a:prstGeom>
          <a:solidFill>
            <a:srgbClr val="BDB09A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172E6C-73DA-E64B-AC9B-EAA1DF9A2FE5}"/>
              </a:ext>
            </a:extLst>
          </p:cNvPr>
          <p:cNvSpPr txBox="1"/>
          <p:nvPr/>
        </p:nvSpPr>
        <p:spPr>
          <a:xfrm>
            <a:off x="159488" y="170122"/>
            <a:ext cx="11873023" cy="2421922"/>
          </a:xfrm>
          <a:custGeom>
            <a:avLst/>
            <a:gdLst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873023 w 11873023"/>
              <a:gd name="connsiteY2" fmla="*/ 2400657 h 2400657"/>
              <a:gd name="connsiteX3" fmla="*/ 0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873023 w 11873023"/>
              <a:gd name="connsiteY2" fmla="*/ 2400657 h 2400657"/>
              <a:gd name="connsiteX3" fmla="*/ 627321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288232 w 11873023"/>
              <a:gd name="connsiteY2" fmla="*/ 2326229 h 2400657"/>
              <a:gd name="connsiteX3" fmla="*/ 627321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21922"/>
              <a:gd name="connsiteX1" fmla="*/ 11873023 w 11873023"/>
              <a:gd name="connsiteY1" fmla="*/ 0 h 2421922"/>
              <a:gd name="connsiteX2" fmla="*/ 11266966 w 11873023"/>
              <a:gd name="connsiteY2" fmla="*/ 2421922 h 2421922"/>
              <a:gd name="connsiteX3" fmla="*/ 627321 w 11873023"/>
              <a:gd name="connsiteY3" fmla="*/ 2400657 h 2421922"/>
              <a:gd name="connsiteX4" fmla="*/ 0 w 11873023"/>
              <a:gd name="connsiteY4" fmla="*/ 0 h 2421922"/>
              <a:gd name="connsiteX0" fmla="*/ 0 w 11873023"/>
              <a:gd name="connsiteY0" fmla="*/ 0 h 2421922"/>
              <a:gd name="connsiteX1" fmla="*/ 510363 w 11873023"/>
              <a:gd name="connsiteY1" fmla="*/ 10631 h 2421922"/>
              <a:gd name="connsiteX2" fmla="*/ 11873023 w 11873023"/>
              <a:gd name="connsiteY2" fmla="*/ 0 h 2421922"/>
              <a:gd name="connsiteX3" fmla="*/ 11266966 w 11873023"/>
              <a:gd name="connsiteY3" fmla="*/ 2421922 h 2421922"/>
              <a:gd name="connsiteX4" fmla="*/ 627321 w 11873023"/>
              <a:gd name="connsiteY4" fmla="*/ 2400657 h 2421922"/>
              <a:gd name="connsiteX5" fmla="*/ 0 w 11873023"/>
              <a:gd name="connsiteY5" fmla="*/ 0 h 242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73023" h="2421922">
                <a:moveTo>
                  <a:pt x="0" y="0"/>
                </a:moveTo>
                <a:lnTo>
                  <a:pt x="510363" y="10631"/>
                </a:lnTo>
                <a:lnTo>
                  <a:pt x="11873023" y="0"/>
                </a:lnTo>
                <a:lnTo>
                  <a:pt x="11266966" y="2421922"/>
                </a:lnTo>
                <a:lnTo>
                  <a:pt x="627321" y="2400657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500" b="1" dirty="0">
                <a:ln w="3175">
                  <a:noFill/>
                </a:ln>
                <a:solidFill>
                  <a:srgbClr val="BDB09A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SPACE FOR LEASE</a:t>
            </a:r>
          </a:p>
          <a:p>
            <a:pPr algn="ctr"/>
            <a:r>
              <a:rPr lang="en-US" sz="7500" b="1" dirty="0">
                <a:ln w="3175">
                  <a:noFill/>
                </a:ln>
                <a:solidFill>
                  <a:srgbClr val="BDB09A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337-769-1554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3E0C2F-2C0A-7145-ACDA-AF891D4B17B0}"/>
              </a:ext>
            </a:extLst>
          </p:cNvPr>
          <p:cNvSpPr txBox="1"/>
          <p:nvPr/>
        </p:nvSpPr>
        <p:spPr>
          <a:xfrm>
            <a:off x="-1" y="2739197"/>
            <a:ext cx="121919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On The Blvd Shopping Center</a:t>
            </a:r>
          </a:p>
          <a:p>
            <a:pPr algn="ctr"/>
            <a:r>
              <a:rPr lang="en-US" sz="3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Located on the Corner of Johnston St. &amp; Arnould Blvd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D2899-4FE6-1347-90A5-64DA1F9B257C}"/>
              </a:ext>
            </a:extLst>
          </p:cNvPr>
          <p:cNvSpPr txBox="1"/>
          <p:nvPr/>
        </p:nvSpPr>
        <p:spPr>
          <a:xfrm>
            <a:off x="159487" y="5595271"/>
            <a:ext cx="1190846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Adam Abdalla &amp; Ed “Brother” Abdalla</a:t>
            </a:r>
          </a:p>
          <a:p>
            <a:pPr algn="ctr"/>
            <a:r>
              <a:rPr lang="en-US" sz="3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Brokers &amp; Agents Welcomed &amp; Protected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4399F6C-717B-414A-AB82-AD5D03559963}"/>
              </a:ext>
            </a:extLst>
          </p:cNvPr>
          <p:cNvCxnSpPr>
            <a:cxnSpLocks/>
          </p:cNvCxnSpPr>
          <p:nvPr/>
        </p:nvCxnSpPr>
        <p:spPr>
          <a:xfrm>
            <a:off x="159487" y="138223"/>
            <a:ext cx="616690" cy="2488019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F74604-5C0B-5546-AAB9-C4A0B4DE6C8D}"/>
              </a:ext>
            </a:extLst>
          </p:cNvPr>
          <p:cNvCxnSpPr>
            <a:cxnSpLocks/>
          </p:cNvCxnSpPr>
          <p:nvPr/>
        </p:nvCxnSpPr>
        <p:spPr>
          <a:xfrm flipH="1">
            <a:off x="11406961" y="155487"/>
            <a:ext cx="613144" cy="2488019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6A32B4-A6B5-E544-9A07-1B61B4036061}"/>
              </a:ext>
            </a:extLst>
          </p:cNvPr>
          <p:cNvCxnSpPr>
            <a:cxnSpLocks/>
          </p:cNvCxnSpPr>
          <p:nvPr/>
        </p:nvCxnSpPr>
        <p:spPr>
          <a:xfrm>
            <a:off x="666749" y="2535840"/>
            <a:ext cx="10858944" cy="29047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8641F83-9B06-874A-B517-935E4398C548}"/>
              </a:ext>
            </a:extLst>
          </p:cNvPr>
          <p:cNvSpPr/>
          <p:nvPr/>
        </p:nvSpPr>
        <p:spPr>
          <a:xfrm>
            <a:off x="0" y="3788473"/>
            <a:ext cx="12192000" cy="209288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3000" b="1" cap="none" spc="0" dirty="0">
                <a:ln w="3175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Belle Realty</a:t>
            </a:r>
            <a:endParaRPr lang="en-US" sz="13000" b="1" cap="none" spc="0" dirty="0">
              <a:ln w="3175">
                <a:noFill/>
                <a:prstDash val="solid"/>
              </a:ln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71065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7B5BDF0-E5FD-7643-B70A-454874B6FEAB}"/>
              </a:ext>
            </a:extLst>
          </p:cNvPr>
          <p:cNvSpPr txBox="1"/>
          <p:nvPr/>
        </p:nvSpPr>
        <p:spPr>
          <a:xfrm>
            <a:off x="255181" y="265813"/>
            <a:ext cx="11764924" cy="6422065"/>
          </a:xfrm>
          <a:prstGeom prst="rect">
            <a:avLst/>
          </a:prstGeom>
          <a:solidFill>
            <a:srgbClr val="BDB09A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172E6C-73DA-E64B-AC9B-EAA1DF9A2FE5}"/>
              </a:ext>
            </a:extLst>
          </p:cNvPr>
          <p:cNvSpPr txBox="1"/>
          <p:nvPr/>
        </p:nvSpPr>
        <p:spPr>
          <a:xfrm>
            <a:off x="159488" y="170122"/>
            <a:ext cx="11873023" cy="2421922"/>
          </a:xfrm>
          <a:custGeom>
            <a:avLst/>
            <a:gdLst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873023 w 11873023"/>
              <a:gd name="connsiteY2" fmla="*/ 2400657 h 2400657"/>
              <a:gd name="connsiteX3" fmla="*/ 0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873023 w 11873023"/>
              <a:gd name="connsiteY2" fmla="*/ 2400657 h 2400657"/>
              <a:gd name="connsiteX3" fmla="*/ 627321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288232 w 11873023"/>
              <a:gd name="connsiteY2" fmla="*/ 2326229 h 2400657"/>
              <a:gd name="connsiteX3" fmla="*/ 627321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21922"/>
              <a:gd name="connsiteX1" fmla="*/ 11873023 w 11873023"/>
              <a:gd name="connsiteY1" fmla="*/ 0 h 2421922"/>
              <a:gd name="connsiteX2" fmla="*/ 11266966 w 11873023"/>
              <a:gd name="connsiteY2" fmla="*/ 2421922 h 2421922"/>
              <a:gd name="connsiteX3" fmla="*/ 627321 w 11873023"/>
              <a:gd name="connsiteY3" fmla="*/ 2400657 h 2421922"/>
              <a:gd name="connsiteX4" fmla="*/ 0 w 11873023"/>
              <a:gd name="connsiteY4" fmla="*/ 0 h 2421922"/>
              <a:gd name="connsiteX0" fmla="*/ 0 w 11873023"/>
              <a:gd name="connsiteY0" fmla="*/ 0 h 2421922"/>
              <a:gd name="connsiteX1" fmla="*/ 510363 w 11873023"/>
              <a:gd name="connsiteY1" fmla="*/ 10631 h 2421922"/>
              <a:gd name="connsiteX2" fmla="*/ 11873023 w 11873023"/>
              <a:gd name="connsiteY2" fmla="*/ 0 h 2421922"/>
              <a:gd name="connsiteX3" fmla="*/ 11266966 w 11873023"/>
              <a:gd name="connsiteY3" fmla="*/ 2421922 h 2421922"/>
              <a:gd name="connsiteX4" fmla="*/ 627321 w 11873023"/>
              <a:gd name="connsiteY4" fmla="*/ 2400657 h 2421922"/>
              <a:gd name="connsiteX5" fmla="*/ 0 w 11873023"/>
              <a:gd name="connsiteY5" fmla="*/ 0 h 242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73023" h="2421922">
                <a:moveTo>
                  <a:pt x="0" y="0"/>
                </a:moveTo>
                <a:lnTo>
                  <a:pt x="510363" y="10631"/>
                </a:lnTo>
                <a:lnTo>
                  <a:pt x="11873023" y="0"/>
                </a:lnTo>
                <a:lnTo>
                  <a:pt x="11266966" y="2421922"/>
                </a:lnTo>
                <a:lnTo>
                  <a:pt x="627321" y="2400657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500" b="1" dirty="0">
                <a:ln w="3175">
                  <a:noFill/>
                </a:ln>
                <a:solidFill>
                  <a:srgbClr val="BDB09A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SPACE FOR LEASE</a:t>
            </a:r>
          </a:p>
          <a:p>
            <a:pPr algn="ctr"/>
            <a:r>
              <a:rPr lang="en-US" sz="7500" b="1" dirty="0">
                <a:ln w="3175">
                  <a:noFill/>
                </a:ln>
                <a:solidFill>
                  <a:srgbClr val="BDB09A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337-769-1554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3E0C2F-2C0A-7145-ACDA-AF891D4B17B0}"/>
              </a:ext>
            </a:extLst>
          </p:cNvPr>
          <p:cNvSpPr txBox="1"/>
          <p:nvPr/>
        </p:nvSpPr>
        <p:spPr>
          <a:xfrm>
            <a:off x="-1" y="2739197"/>
            <a:ext cx="121919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3175">
                  <a:noFill/>
                </a:ln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On The Blvd Shopping Center</a:t>
            </a:r>
          </a:p>
          <a:p>
            <a:pPr algn="ctr"/>
            <a:r>
              <a:rPr lang="en-US" sz="3000" b="1" dirty="0">
                <a:ln w="3175">
                  <a:noFill/>
                </a:ln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Located on the Corner of Johnston St. &amp; Arnould Blvd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D2899-4FE6-1347-90A5-64DA1F9B257C}"/>
              </a:ext>
            </a:extLst>
          </p:cNvPr>
          <p:cNvSpPr txBox="1"/>
          <p:nvPr/>
        </p:nvSpPr>
        <p:spPr>
          <a:xfrm>
            <a:off x="159487" y="5595271"/>
            <a:ext cx="1190846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>
                <a:ln w="3175">
                  <a:noFill/>
                </a:ln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Adam Abdalla &amp; Ed “Brother” Abdalla</a:t>
            </a:r>
          </a:p>
          <a:p>
            <a:pPr algn="ctr"/>
            <a:r>
              <a:rPr lang="en-US" sz="3000" b="1" dirty="0">
                <a:ln w="3175">
                  <a:noFill/>
                </a:ln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Brokers &amp; Agents Welcomed &amp; Protected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4399F6C-717B-414A-AB82-AD5D03559963}"/>
              </a:ext>
            </a:extLst>
          </p:cNvPr>
          <p:cNvCxnSpPr>
            <a:cxnSpLocks/>
          </p:cNvCxnSpPr>
          <p:nvPr/>
        </p:nvCxnSpPr>
        <p:spPr>
          <a:xfrm>
            <a:off x="159487" y="138223"/>
            <a:ext cx="616690" cy="2488019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F74604-5C0B-5546-AAB9-C4A0B4DE6C8D}"/>
              </a:ext>
            </a:extLst>
          </p:cNvPr>
          <p:cNvCxnSpPr>
            <a:cxnSpLocks/>
          </p:cNvCxnSpPr>
          <p:nvPr/>
        </p:nvCxnSpPr>
        <p:spPr>
          <a:xfrm flipH="1">
            <a:off x="11406961" y="155487"/>
            <a:ext cx="613144" cy="2488019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6A32B4-A6B5-E544-9A07-1B61B4036061}"/>
              </a:ext>
            </a:extLst>
          </p:cNvPr>
          <p:cNvCxnSpPr>
            <a:cxnSpLocks/>
          </p:cNvCxnSpPr>
          <p:nvPr/>
        </p:nvCxnSpPr>
        <p:spPr>
          <a:xfrm>
            <a:off x="666749" y="2535840"/>
            <a:ext cx="10858944" cy="29047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8641F83-9B06-874A-B517-935E4398C548}"/>
              </a:ext>
            </a:extLst>
          </p:cNvPr>
          <p:cNvSpPr/>
          <p:nvPr/>
        </p:nvSpPr>
        <p:spPr>
          <a:xfrm>
            <a:off x="0" y="3788473"/>
            <a:ext cx="12192000" cy="209288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3000" b="1" cap="none" spc="0" dirty="0">
                <a:ln w="3175">
                  <a:noFill/>
                  <a:prstDash val="solid"/>
                </a:ln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Belle Realty</a:t>
            </a:r>
            <a:endParaRPr lang="en-US" sz="13000" b="1" cap="none" spc="0" dirty="0">
              <a:ln w="3175">
                <a:noFill/>
                <a:prstDash val="solid"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308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7B5BDF0-E5FD-7643-B70A-454874B6FEAB}"/>
              </a:ext>
            </a:extLst>
          </p:cNvPr>
          <p:cNvSpPr txBox="1"/>
          <p:nvPr/>
        </p:nvSpPr>
        <p:spPr>
          <a:xfrm>
            <a:off x="255181" y="265813"/>
            <a:ext cx="11764924" cy="6422065"/>
          </a:xfrm>
          <a:prstGeom prst="rect">
            <a:avLst/>
          </a:prstGeom>
          <a:solidFill>
            <a:srgbClr val="BDB09A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172E6C-73DA-E64B-AC9B-EAA1DF9A2FE5}"/>
              </a:ext>
            </a:extLst>
          </p:cNvPr>
          <p:cNvSpPr txBox="1"/>
          <p:nvPr/>
        </p:nvSpPr>
        <p:spPr>
          <a:xfrm>
            <a:off x="159488" y="170122"/>
            <a:ext cx="11873023" cy="2421922"/>
          </a:xfrm>
          <a:custGeom>
            <a:avLst/>
            <a:gdLst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873023 w 11873023"/>
              <a:gd name="connsiteY2" fmla="*/ 2400657 h 2400657"/>
              <a:gd name="connsiteX3" fmla="*/ 0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873023 w 11873023"/>
              <a:gd name="connsiteY2" fmla="*/ 2400657 h 2400657"/>
              <a:gd name="connsiteX3" fmla="*/ 627321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00657"/>
              <a:gd name="connsiteX1" fmla="*/ 11873023 w 11873023"/>
              <a:gd name="connsiteY1" fmla="*/ 0 h 2400657"/>
              <a:gd name="connsiteX2" fmla="*/ 11288232 w 11873023"/>
              <a:gd name="connsiteY2" fmla="*/ 2326229 h 2400657"/>
              <a:gd name="connsiteX3" fmla="*/ 627321 w 11873023"/>
              <a:gd name="connsiteY3" fmla="*/ 2400657 h 2400657"/>
              <a:gd name="connsiteX4" fmla="*/ 0 w 11873023"/>
              <a:gd name="connsiteY4" fmla="*/ 0 h 2400657"/>
              <a:gd name="connsiteX0" fmla="*/ 0 w 11873023"/>
              <a:gd name="connsiteY0" fmla="*/ 0 h 2421922"/>
              <a:gd name="connsiteX1" fmla="*/ 11873023 w 11873023"/>
              <a:gd name="connsiteY1" fmla="*/ 0 h 2421922"/>
              <a:gd name="connsiteX2" fmla="*/ 11266966 w 11873023"/>
              <a:gd name="connsiteY2" fmla="*/ 2421922 h 2421922"/>
              <a:gd name="connsiteX3" fmla="*/ 627321 w 11873023"/>
              <a:gd name="connsiteY3" fmla="*/ 2400657 h 2421922"/>
              <a:gd name="connsiteX4" fmla="*/ 0 w 11873023"/>
              <a:gd name="connsiteY4" fmla="*/ 0 h 2421922"/>
              <a:gd name="connsiteX0" fmla="*/ 0 w 11873023"/>
              <a:gd name="connsiteY0" fmla="*/ 0 h 2421922"/>
              <a:gd name="connsiteX1" fmla="*/ 510363 w 11873023"/>
              <a:gd name="connsiteY1" fmla="*/ 10631 h 2421922"/>
              <a:gd name="connsiteX2" fmla="*/ 11873023 w 11873023"/>
              <a:gd name="connsiteY2" fmla="*/ 0 h 2421922"/>
              <a:gd name="connsiteX3" fmla="*/ 11266966 w 11873023"/>
              <a:gd name="connsiteY3" fmla="*/ 2421922 h 2421922"/>
              <a:gd name="connsiteX4" fmla="*/ 627321 w 11873023"/>
              <a:gd name="connsiteY4" fmla="*/ 2400657 h 2421922"/>
              <a:gd name="connsiteX5" fmla="*/ 0 w 11873023"/>
              <a:gd name="connsiteY5" fmla="*/ 0 h 242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73023" h="2421922">
                <a:moveTo>
                  <a:pt x="0" y="0"/>
                </a:moveTo>
                <a:lnTo>
                  <a:pt x="510363" y="10631"/>
                </a:lnTo>
                <a:lnTo>
                  <a:pt x="11873023" y="0"/>
                </a:lnTo>
                <a:lnTo>
                  <a:pt x="11266966" y="2421922"/>
                </a:lnTo>
                <a:lnTo>
                  <a:pt x="627321" y="2400657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500" b="1" dirty="0">
                <a:ln w="3175">
                  <a:noFill/>
                </a:ln>
                <a:solidFill>
                  <a:srgbClr val="BDAF9A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SPACE FOR LEASE</a:t>
            </a:r>
          </a:p>
          <a:p>
            <a:pPr algn="ctr"/>
            <a:r>
              <a:rPr lang="en-US" sz="7500" b="1" dirty="0">
                <a:ln w="3175">
                  <a:noFill/>
                </a:ln>
                <a:solidFill>
                  <a:srgbClr val="BDAF9A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337-769-1554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3E0C2F-2C0A-7145-ACDA-AF891D4B17B0}"/>
              </a:ext>
            </a:extLst>
          </p:cNvPr>
          <p:cNvSpPr txBox="1"/>
          <p:nvPr/>
        </p:nvSpPr>
        <p:spPr>
          <a:xfrm>
            <a:off x="30127" y="2623943"/>
            <a:ext cx="1219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END CAP FOR LEASE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D2899-4FE6-1347-90A5-64DA1F9B257C}"/>
              </a:ext>
            </a:extLst>
          </p:cNvPr>
          <p:cNvSpPr txBox="1"/>
          <p:nvPr/>
        </p:nvSpPr>
        <p:spPr>
          <a:xfrm>
            <a:off x="171895" y="5762737"/>
            <a:ext cx="1190846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Adam Abdalla &amp; Ed “Brother” Abdalla</a:t>
            </a:r>
          </a:p>
          <a:p>
            <a:pPr algn="ctr"/>
            <a:r>
              <a:rPr lang="en-US" sz="2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Brokers &amp; Agents Welcomed &amp; Protected    www.belle-realty.com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4399F6C-717B-414A-AB82-AD5D03559963}"/>
              </a:ext>
            </a:extLst>
          </p:cNvPr>
          <p:cNvCxnSpPr>
            <a:cxnSpLocks/>
          </p:cNvCxnSpPr>
          <p:nvPr/>
        </p:nvCxnSpPr>
        <p:spPr>
          <a:xfrm>
            <a:off x="159487" y="138223"/>
            <a:ext cx="616690" cy="2488019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F74604-5C0B-5546-AAB9-C4A0B4DE6C8D}"/>
              </a:ext>
            </a:extLst>
          </p:cNvPr>
          <p:cNvCxnSpPr>
            <a:cxnSpLocks/>
          </p:cNvCxnSpPr>
          <p:nvPr/>
        </p:nvCxnSpPr>
        <p:spPr>
          <a:xfrm flipH="1">
            <a:off x="11406961" y="155487"/>
            <a:ext cx="613144" cy="2488019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6A32B4-A6B5-E544-9A07-1B61B4036061}"/>
              </a:ext>
            </a:extLst>
          </p:cNvPr>
          <p:cNvCxnSpPr>
            <a:cxnSpLocks/>
          </p:cNvCxnSpPr>
          <p:nvPr/>
        </p:nvCxnSpPr>
        <p:spPr>
          <a:xfrm>
            <a:off x="666749" y="2535840"/>
            <a:ext cx="10858944" cy="29047"/>
          </a:xfrm>
          <a:prstGeom prst="line">
            <a:avLst/>
          </a:prstGeom>
          <a:ln w="254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8641F83-9B06-874A-B517-935E4398C548}"/>
              </a:ext>
            </a:extLst>
          </p:cNvPr>
          <p:cNvSpPr/>
          <p:nvPr/>
        </p:nvSpPr>
        <p:spPr>
          <a:xfrm>
            <a:off x="30127" y="3293663"/>
            <a:ext cx="12192000" cy="22467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0" b="1" cap="none" spc="0" dirty="0">
                <a:ln w="3175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Belle Realty</a:t>
            </a:r>
            <a:endParaRPr lang="en-US" sz="14000" b="1" cap="none" spc="0" dirty="0">
              <a:ln w="3175">
                <a:noFill/>
                <a:prstDash val="solid"/>
              </a:ln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26AFC1-5795-BE49-B2B0-507B3D657261}"/>
              </a:ext>
            </a:extLst>
          </p:cNvPr>
          <p:cNvSpPr txBox="1"/>
          <p:nvPr/>
        </p:nvSpPr>
        <p:spPr>
          <a:xfrm>
            <a:off x="53160" y="5186489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On The Blvd Shopping Center</a:t>
            </a:r>
          </a:p>
        </p:txBody>
      </p:sp>
    </p:spTree>
    <p:extLst>
      <p:ext uri="{BB962C8B-B14F-4D97-AF65-F5344CB8AC3E}">
        <p14:creationId xmlns:p14="http://schemas.microsoft.com/office/powerpoint/2010/main" val="1473339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AF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43E0C2F-2C0A-7145-ACDA-AF891D4B17B0}"/>
              </a:ext>
            </a:extLst>
          </p:cNvPr>
          <p:cNvSpPr txBox="1"/>
          <p:nvPr/>
        </p:nvSpPr>
        <p:spPr>
          <a:xfrm>
            <a:off x="1" y="0"/>
            <a:ext cx="12191999" cy="861774"/>
          </a:xfrm>
          <a:prstGeom prst="rect">
            <a:avLst/>
          </a:prstGeom>
          <a:solidFill>
            <a:srgbClr val="FEFFF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ln w="3175">
                  <a:noFill/>
                </a:ln>
                <a:solidFill>
                  <a:srgbClr val="BCAF9A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ON THE BLVD SHOPPING CENTER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D2899-4FE6-1347-90A5-64DA1F9B257C}"/>
              </a:ext>
            </a:extLst>
          </p:cNvPr>
          <p:cNvSpPr txBox="1"/>
          <p:nvPr/>
        </p:nvSpPr>
        <p:spPr>
          <a:xfrm>
            <a:off x="0" y="5380672"/>
            <a:ext cx="12192000" cy="1477328"/>
          </a:xfrm>
          <a:prstGeom prst="rect">
            <a:avLst/>
          </a:prstGeom>
          <a:solidFill>
            <a:srgbClr val="FEFFF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>
                <a:ln w="3175">
                  <a:noFill/>
                </a:ln>
                <a:solidFill>
                  <a:srgbClr val="BCAF9A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Adam Abdalla &amp; Ed “Brother” Abdalla</a:t>
            </a:r>
          </a:p>
          <a:p>
            <a:pPr algn="ctr"/>
            <a:r>
              <a:rPr lang="en-US" sz="5500" b="1" dirty="0">
                <a:ln w="3175">
                  <a:noFill/>
                </a:ln>
                <a:solidFill>
                  <a:srgbClr val="BCAF9A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belle-realty.com 337-769-1554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CE5D8C-479F-FC42-B83A-6D7C7BB4C6C0}"/>
              </a:ext>
            </a:extLst>
          </p:cNvPr>
          <p:cNvSpPr txBox="1"/>
          <p:nvPr/>
        </p:nvSpPr>
        <p:spPr>
          <a:xfrm>
            <a:off x="46705" y="866996"/>
            <a:ext cx="60492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Narrow" panose="020B0604020202020204" pitchFamily="34" charset="0"/>
                <a:cs typeface="Arial Narrow" panose="020B0604020202020204" pitchFamily="34" charset="0"/>
              </a:rPr>
              <a:t>JASON’S DELI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D33799-CDC8-874C-8CFC-68E0551EBCF0}"/>
              </a:ext>
            </a:extLst>
          </p:cNvPr>
          <p:cNvSpPr txBox="1"/>
          <p:nvPr/>
        </p:nvSpPr>
        <p:spPr>
          <a:xfrm>
            <a:off x="46705" y="2873427"/>
            <a:ext cx="60492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Narrow" panose="020B0604020202020204" pitchFamily="34" charset="0"/>
                <a:cs typeface="Arial Narrow" panose="020B0604020202020204" pitchFamily="34" charset="0"/>
              </a:rPr>
              <a:t>CAT CLINIC OF LAFAYETTE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CDD190-517D-A849-B93B-B9F7426D5596}"/>
              </a:ext>
            </a:extLst>
          </p:cNvPr>
          <p:cNvSpPr txBox="1"/>
          <p:nvPr/>
        </p:nvSpPr>
        <p:spPr>
          <a:xfrm>
            <a:off x="-3" y="3514736"/>
            <a:ext cx="6095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Narrow" panose="020B0604020202020204" pitchFamily="34" charset="0"/>
                <a:cs typeface="Arial Narrow" panose="020B0604020202020204" pitchFamily="34" charset="0"/>
              </a:rPr>
              <a:t>AUTO TITLE EXPRESS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C9972F-EC12-AA43-AED2-A131DA4D16C0}"/>
              </a:ext>
            </a:extLst>
          </p:cNvPr>
          <p:cNvSpPr txBox="1"/>
          <p:nvPr/>
        </p:nvSpPr>
        <p:spPr>
          <a:xfrm>
            <a:off x="6095990" y="4108581"/>
            <a:ext cx="60370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Narrow" panose="020B0604020202020204" pitchFamily="34" charset="0"/>
                <a:cs typeface="Arial Narrow" panose="020B0604020202020204" pitchFamily="34" charset="0"/>
              </a:rPr>
              <a:t>OUPAC FINANCIAL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218CD7-1D47-CE4A-9E40-087E166A1178}"/>
              </a:ext>
            </a:extLst>
          </p:cNvPr>
          <p:cNvSpPr txBox="1"/>
          <p:nvPr/>
        </p:nvSpPr>
        <p:spPr>
          <a:xfrm>
            <a:off x="6095993" y="3497407"/>
            <a:ext cx="60959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Narrow" panose="020B0604020202020204" pitchFamily="34" charset="0"/>
                <a:cs typeface="Arial Narrow" panose="020B0604020202020204" pitchFamily="34" charset="0"/>
              </a:rPr>
              <a:t>NEXT LEVEL FITNESS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A54826-602D-2749-AEF9-F7A555480816}"/>
              </a:ext>
            </a:extLst>
          </p:cNvPr>
          <p:cNvSpPr txBox="1"/>
          <p:nvPr/>
        </p:nvSpPr>
        <p:spPr>
          <a:xfrm>
            <a:off x="6095990" y="2851335"/>
            <a:ext cx="60960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Narrow" panose="020B0604020202020204" pitchFamily="34" charset="0"/>
                <a:cs typeface="Arial Narrow" panose="020B0604020202020204" pitchFamily="34" charset="0"/>
              </a:rPr>
              <a:t>VICTORIA NAILS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2D0BA8-5F62-A640-AAC3-47FE8927AB71}"/>
              </a:ext>
            </a:extLst>
          </p:cNvPr>
          <p:cNvSpPr txBox="1"/>
          <p:nvPr/>
        </p:nvSpPr>
        <p:spPr>
          <a:xfrm>
            <a:off x="6095997" y="2179820"/>
            <a:ext cx="60960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Narrow" panose="020B0604020202020204" pitchFamily="34" charset="0"/>
                <a:cs typeface="Arial Narrow" panose="020B0604020202020204" pitchFamily="34" charset="0"/>
              </a:rPr>
              <a:t>LOLA PINK FABRICS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44E425-88FA-6943-A014-0AE0554D69B9}"/>
              </a:ext>
            </a:extLst>
          </p:cNvPr>
          <p:cNvSpPr txBox="1"/>
          <p:nvPr/>
        </p:nvSpPr>
        <p:spPr>
          <a:xfrm>
            <a:off x="6095996" y="1538511"/>
            <a:ext cx="60960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Narrow" panose="020B0604020202020204" pitchFamily="34" charset="0"/>
                <a:cs typeface="Arial Narrow" panose="020B0604020202020204" pitchFamily="34" charset="0"/>
              </a:rPr>
              <a:t>SNEAKER POLITICS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07CC33-C67F-E046-BB09-0A41646D37A5}"/>
              </a:ext>
            </a:extLst>
          </p:cNvPr>
          <p:cNvSpPr txBox="1"/>
          <p:nvPr/>
        </p:nvSpPr>
        <p:spPr>
          <a:xfrm>
            <a:off x="6095996" y="861774"/>
            <a:ext cx="60960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Narrow" panose="020B0604020202020204" pitchFamily="34" charset="0"/>
                <a:cs typeface="Arial Narrow" panose="020B0604020202020204" pitchFamily="34" charset="0"/>
              </a:rPr>
              <a:t>ELLE RAE BOUTIQUE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FCCE30-0A2B-1441-84D7-6714CE7BE970}"/>
              </a:ext>
            </a:extLst>
          </p:cNvPr>
          <p:cNvSpPr txBox="1"/>
          <p:nvPr/>
        </p:nvSpPr>
        <p:spPr>
          <a:xfrm>
            <a:off x="0" y="1524232"/>
            <a:ext cx="609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Narrow" panose="020B0604020202020204" pitchFamily="34" charset="0"/>
                <a:cs typeface="Arial Narrow" panose="020B0604020202020204" pitchFamily="34" charset="0"/>
              </a:rPr>
              <a:t>GREAT AMERICAN COOKIES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975214-7458-BE41-929C-32867B8CE0AF}"/>
              </a:ext>
            </a:extLst>
          </p:cNvPr>
          <p:cNvSpPr txBox="1"/>
          <p:nvPr/>
        </p:nvSpPr>
        <p:spPr>
          <a:xfrm>
            <a:off x="-1" y="2199584"/>
            <a:ext cx="609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Narrow" panose="020B0604020202020204" pitchFamily="34" charset="0"/>
                <a:cs typeface="Arial Narrow" panose="020B0604020202020204" pitchFamily="34" charset="0"/>
              </a:rPr>
              <a:t>THE PINK PAISLEY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0845DC-BA63-8C4E-AADA-6DA1BE1E6BD3}"/>
              </a:ext>
            </a:extLst>
          </p:cNvPr>
          <p:cNvSpPr txBox="1"/>
          <p:nvPr/>
        </p:nvSpPr>
        <p:spPr>
          <a:xfrm>
            <a:off x="0" y="4101386"/>
            <a:ext cx="6095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Narrow" panose="020B0604020202020204" pitchFamily="34" charset="0"/>
                <a:cs typeface="Arial Narrow" panose="020B0604020202020204" pitchFamily="34" charset="0"/>
              </a:rPr>
              <a:t>FRANKLIN FINANCIAL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9FE1F0-A551-BE42-9ACB-CD0F4E7E77F1}"/>
              </a:ext>
            </a:extLst>
          </p:cNvPr>
          <p:cNvSpPr txBox="1"/>
          <p:nvPr/>
        </p:nvSpPr>
        <p:spPr>
          <a:xfrm>
            <a:off x="-2" y="4696941"/>
            <a:ext cx="6095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3175">
                  <a:noFill/>
                </a:ln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Narrow" panose="020B0604020202020204" pitchFamily="34" charset="0"/>
                <a:cs typeface="Arial Narrow" panose="020B0604020202020204" pitchFamily="34" charset="0"/>
              </a:rPr>
              <a:t>THE CLOTHING LOFT</a:t>
            </a:r>
          </a:p>
        </p:txBody>
      </p:sp>
    </p:spTree>
    <p:extLst>
      <p:ext uri="{BB962C8B-B14F-4D97-AF65-F5344CB8AC3E}">
        <p14:creationId xmlns:p14="http://schemas.microsoft.com/office/powerpoint/2010/main" val="3701975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96C069-0062-7A4E-81CD-851AA257B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212" y="0"/>
            <a:ext cx="10459575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41FA22-5591-FA40-8180-4A79884DB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195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9D4CA0-4DE4-0444-BE81-D4FBDE8BF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675" y="0"/>
            <a:ext cx="102306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68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5655</TotalTime>
  <Words>338</Words>
  <Application>Microsoft Macintosh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Arial Narrow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Alicia Abdalla Mouton</dc:creator>
  <cp:lastModifiedBy>Alicia Abdalla Mouton</cp:lastModifiedBy>
  <cp:revision>25</cp:revision>
  <dcterms:created xsi:type="dcterms:W3CDTF">2019-11-27T01:14:50Z</dcterms:created>
  <dcterms:modified xsi:type="dcterms:W3CDTF">2019-12-01T22:36:17Z</dcterms:modified>
</cp:coreProperties>
</file>